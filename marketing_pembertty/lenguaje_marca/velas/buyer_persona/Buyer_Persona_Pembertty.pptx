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94" r:id="rId2"/>
    <p:sldId id="295" r:id="rId3"/>
    <p:sldId id="296" r:id="rId4"/>
    <p:sldId id="297" r:id="rId5"/>
    <p:sldId id="298" r:id="rId6"/>
    <p:sldId id="299" r:id="rId7"/>
    <p:sldId id="301" r:id="rId8"/>
    <p:sldId id="302" r:id="rId9"/>
    <p:sldId id="276" r:id="rId10"/>
    <p:sldId id="289" r:id="rId11"/>
    <p:sldId id="284" r:id="rId12"/>
    <p:sldId id="291" r:id="rId13"/>
    <p:sldId id="290" r:id="rId14"/>
    <p:sldId id="292" r:id="rId15"/>
    <p:sldId id="303" r:id="rId16"/>
    <p:sldId id="293" r:id="rId17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19"/>
      <p:bold r:id="rId20"/>
      <p:italic r:id="rId21"/>
      <p:boldItalic r:id="rId22"/>
    </p:embeddedFont>
    <p:embeddedFont>
      <p:font typeface="Arial Narrow" panose="020B0604020202020204" pitchFamily="34" charset="0"/>
      <p:regular r:id="rId23"/>
      <p:bold r:id="rId24"/>
      <p:italic r:id="rId25"/>
      <p:boldItalic r:id="rId26"/>
    </p:embeddedFont>
    <p:embeddedFont>
      <p:font typeface="Fira Sans Extra Condensed Medium" panose="020B0603050000020004" pitchFamily="34" charset="0"/>
      <p:regular r:id="rId27"/>
      <p:bold r:id="rId28"/>
      <p:italic r:id="rId29"/>
      <p:boldItalic r:id="rId30"/>
    </p:embeddedFont>
    <p:embeddedFont>
      <p:font typeface="Fira Sans Medium" panose="020F0502020204030204" pitchFamily="34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 snapToGrid="0">
      <p:cViewPr varScale="1">
        <p:scale>
          <a:sx n="143" d="100"/>
          <a:sy n="143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C2ED944D-4440-C9C7-4DC9-3B1FFC02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>
            <a:extLst>
              <a:ext uri="{FF2B5EF4-FFF2-40B4-BE49-F238E27FC236}">
                <a16:creationId xmlns:a16="http://schemas.microsoft.com/office/drawing/2014/main" id="{9B6FEE5F-06E8-20CC-13A1-50B2B3DCD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>
            <a:extLst>
              <a:ext uri="{FF2B5EF4-FFF2-40B4-BE49-F238E27FC236}">
                <a16:creationId xmlns:a16="http://schemas.microsoft.com/office/drawing/2014/main" id="{1032F73A-709D-2635-3CFA-E47E80AD5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347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af04fc33ad_0_2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af04fc33ad_0_2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1FEA7186-125D-361A-3AB9-46741015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>
            <a:extLst>
              <a:ext uri="{FF2B5EF4-FFF2-40B4-BE49-F238E27FC236}">
                <a16:creationId xmlns:a16="http://schemas.microsoft.com/office/drawing/2014/main" id="{EABF84EF-985C-3ABA-0D2B-ED5D75569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>
            <a:extLst>
              <a:ext uri="{FF2B5EF4-FFF2-40B4-BE49-F238E27FC236}">
                <a16:creationId xmlns:a16="http://schemas.microsoft.com/office/drawing/2014/main" id="{B50AB6D9-2715-C285-4EBB-8D28EF21B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054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0">
          <a:extLst>
            <a:ext uri="{FF2B5EF4-FFF2-40B4-BE49-F238E27FC236}">
              <a16:creationId xmlns:a16="http://schemas.microsoft.com/office/drawing/2014/main" id="{C0365DC6-2198-5503-4AFD-5BA04130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af04fc33ad_0_2355:notes">
            <a:extLst>
              <a:ext uri="{FF2B5EF4-FFF2-40B4-BE49-F238E27FC236}">
                <a16:creationId xmlns:a16="http://schemas.microsoft.com/office/drawing/2014/main" id="{6B40DA93-81FD-F1DD-5024-2B0365454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af04fc33ad_0_2355:notes">
            <a:extLst>
              <a:ext uri="{FF2B5EF4-FFF2-40B4-BE49-F238E27FC236}">
                <a16:creationId xmlns:a16="http://schemas.microsoft.com/office/drawing/2014/main" id="{5B42486A-CF98-47CD-7346-FF78AB426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37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DADA70CD-0599-8604-3321-EBBECA6F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>
            <a:extLst>
              <a:ext uri="{FF2B5EF4-FFF2-40B4-BE49-F238E27FC236}">
                <a16:creationId xmlns:a16="http://schemas.microsoft.com/office/drawing/2014/main" id="{1064553E-C9EE-0A69-313E-FFC806912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>
            <a:extLst>
              <a:ext uri="{FF2B5EF4-FFF2-40B4-BE49-F238E27FC236}">
                <a16:creationId xmlns:a16="http://schemas.microsoft.com/office/drawing/2014/main" id="{13F29C0B-EFA3-6DFF-F1D3-1D0441B87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679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CC0653FD-AEA0-238A-25D3-2B8D89D0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>
            <a:extLst>
              <a:ext uri="{FF2B5EF4-FFF2-40B4-BE49-F238E27FC236}">
                <a16:creationId xmlns:a16="http://schemas.microsoft.com/office/drawing/2014/main" id="{4DD17A88-E80B-0859-9B57-0FCAEA8E1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>
            <a:extLst>
              <a:ext uri="{FF2B5EF4-FFF2-40B4-BE49-F238E27FC236}">
                <a16:creationId xmlns:a16="http://schemas.microsoft.com/office/drawing/2014/main" id="{B7A9EC89-A1D1-2130-6C81-2C33BB862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70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1C64D8DF-B331-C709-B783-9476E3F1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af04fc33ad_0_1653:notes">
            <a:extLst>
              <a:ext uri="{FF2B5EF4-FFF2-40B4-BE49-F238E27FC236}">
                <a16:creationId xmlns:a16="http://schemas.microsoft.com/office/drawing/2014/main" id="{9B2BF6E6-AAA0-5EFF-AEF6-05FBDF57C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af04fc33ad_0_1653:notes">
            <a:extLst>
              <a:ext uri="{FF2B5EF4-FFF2-40B4-BE49-F238E27FC236}">
                <a16:creationId xmlns:a16="http://schemas.microsoft.com/office/drawing/2014/main" id="{1C55AED6-90BF-FCC6-7514-7EF1CE49D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25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E8F81-90A1-10D9-271D-F22BF03C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437"/>
            <a:ext cx="8229600" cy="205800"/>
          </a:xfrm>
        </p:spPr>
        <p:txBody>
          <a:bodyPr/>
          <a:lstStyle/>
          <a:p>
            <a:r>
              <a:rPr lang="es-CO" dirty="0"/>
              <a:t>Primer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30CB20E-3009-7B17-3680-48FEAE3D6A87}"/>
              </a:ext>
            </a:extLst>
          </p:cNvPr>
          <p:cNvSpPr txBox="1">
            <a:spLocks/>
          </p:cNvSpPr>
          <p:nvPr/>
        </p:nvSpPr>
        <p:spPr>
          <a:xfrm>
            <a:off x="457225" y="1731052"/>
            <a:ext cx="8229600" cy="153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Perfil: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 mujeres entre 30 y 50 años con previa experiencia o no en la talla de velas artesanales, con interés en crear un modelo de negocio y generar ingresos adicionales desde el hogar. Dispuestas a invertir recursos en aprender, compartir su pasión y una oportunidad de crecimiento.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Localización: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las zonas urbanas de las ciudades de Pasto, Cali, Medellín, Bogotá y Buga.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Justificación: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buscan una actividad creativa y terapéutica para desconectarse del estrés laboral y disfrutar de un pasatiempo.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56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1FF5-134C-B015-4B07-3B8BFA99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DF24C-EAF7-B364-FF9A-FD90D241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5804"/>
            <a:ext cx="8229600" cy="205800"/>
          </a:xfrm>
        </p:spPr>
        <p:txBody>
          <a:bodyPr/>
          <a:lstStyle/>
          <a:p>
            <a:r>
              <a:rPr lang="es-CO" dirty="0"/>
              <a:t>Segundo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10087EE-0B51-3462-64BF-5749E73CB3E8}"/>
              </a:ext>
            </a:extLst>
          </p:cNvPr>
          <p:cNvSpPr txBox="1">
            <a:spLocks/>
          </p:cNvSpPr>
          <p:nvPr/>
        </p:nvSpPr>
        <p:spPr>
          <a:xfrm>
            <a:off x="457200" y="2101564"/>
            <a:ext cx="8229600" cy="153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Perfil: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 mujeres entre 30 y 50 años con previa experiencia o no en la talla de velas artesanales, con interés en crear un modelo de negocio y generar ingresos adicionales desde el hogar. Dispuestas a invertir recursos en aprender, compartir su pasión y una oportunidad de crecimiento.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Localización: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Ubicados en los países como Chile, Perú, México, Ecuador, Republica Dominicana, Uruguay, España y Estados unidos.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Justificación: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buscan una actividad creativa y terapéutica para desconectarse del estrés laboral y disfrutar de un pasatiempo.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6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6BCE-886B-8A15-B5DB-2E7DA6AC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12801-CCED-2719-45CD-DF5FEA1E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2437"/>
            <a:ext cx="8229600" cy="205800"/>
          </a:xfrm>
        </p:spPr>
        <p:txBody>
          <a:bodyPr/>
          <a:lstStyle/>
          <a:p>
            <a:r>
              <a:rPr lang="es-CO" dirty="0"/>
              <a:t>Tercer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5F21225-9C53-ADDA-D5E5-170BE42955F2}"/>
              </a:ext>
            </a:extLst>
          </p:cNvPr>
          <p:cNvSpPr txBox="1">
            <a:spLocks/>
          </p:cNvSpPr>
          <p:nvPr/>
        </p:nvSpPr>
        <p:spPr>
          <a:xfrm>
            <a:off x="457200" y="1992335"/>
            <a:ext cx="8229600" cy="153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Perfil: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 mujeres entre 51 y 70 años con previa experiencia o no en la talla de velas artesanales, una actividad que puedan desarrollar y disfrutar, desde la comodidad del hogar, un proceso creativo.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Localización: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Ubicados en los países como Chile, Perú, México, Ecuador, Republica Dominicana, Uruguay, España y Estados unidos.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Justificación: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buscan enriquecer su tiempo libre con actividades que fortalezca su bienestar promoviendo un envejecimiento saludable.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128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11FA-BC3D-4C5E-9E3E-A39A5491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F8F4D-AA97-6D05-38C8-B8667677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4682"/>
            <a:ext cx="8229600" cy="205800"/>
          </a:xfrm>
        </p:spPr>
        <p:txBody>
          <a:bodyPr/>
          <a:lstStyle/>
          <a:p>
            <a:r>
              <a:rPr lang="es-CO" dirty="0"/>
              <a:t>Cuarto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5D58736-6AEE-4F4D-BD7B-1A9E33FAE0F2}"/>
              </a:ext>
            </a:extLst>
          </p:cNvPr>
          <p:cNvSpPr txBox="1">
            <a:spLocks/>
          </p:cNvSpPr>
          <p:nvPr/>
        </p:nvSpPr>
        <p:spPr>
          <a:xfrm>
            <a:off x="457200" y="1793195"/>
            <a:ext cx="8229600" cy="227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/>
            <a:r>
              <a:rPr lang="es-CO" dirty="0">
                <a:latin typeface="Aptos Narrow" panose="020B0004020202020204" pitchFamily="34" charset="0"/>
              </a:rPr>
              <a:t>Clientes temporada (día de la mujer, día de la madre, día de las velitas) que son hombres y mujeres entre los 20 y 70 años interesados en velas artesanales decorativas como regalos o suvenires para obsequiar a sus familias, parejas o amigos cercanos. Su búsqueda destaca por un producto con diseño exclusivo digno de recordar.</a:t>
            </a:r>
          </a:p>
        </p:txBody>
      </p:sp>
    </p:spTree>
    <p:extLst>
      <p:ext uri="{BB962C8B-B14F-4D97-AF65-F5344CB8AC3E}">
        <p14:creationId xmlns:p14="http://schemas.microsoft.com/office/powerpoint/2010/main" val="37940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D05A-EF47-1150-4BEF-E446515C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252F0-80AD-8324-197A-E86B7225E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0192"/>
            <a:ext cx="8229600" cy="205800"/>
          </a:xfrm>
        </p:spPr>
        <p:txBody>
          <a:bodyPr/>
          <a:lstStyle/>
          <a:p>
            <a:r>
              <a:rPr lang="es-CO" dirty="0"/>
              <a:t>Quinto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FAE3C6A-8FDE-DDE0-55DA-F5276660ACD7}"/>
              </a:ext>
            </a:extLst>
          </p:cNvPr>
          <p:cNvSpPr txBox="1">
            <a:spLocks/>
          </p:cNvSpPr>
          <p:nvPr/>
        </p:nvSpPr>
        <p:spPr>
          <a:xfrm>
            <a:off x="457200" y="1624520"/>
            <a:ext cx="8229600" cy="202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/>
            <a:r>
              <a:rPr lang="es-CO" dirty="0">
                <a:latin typeface="Aptos Narrow" panose="020B0004020202020204" pitchFamily="34" charset="0"/>
              </a:rPr>
              <a:t>Hombres y mujeres entre los 30 y 60 años que ejercen su labor en la rama de la salud y quieren decorar sus espacios de trabajo con una vela artesanal tallada como símbolo de su profesión (una vela artesanal de una muela tallada en el consultorio de un </a:t>
            </a:r>
            <a:r>
              <a:rPr lang="es-CO" dirty="0" err="1">
                <a:latin typeface="Aptos Narrow" panose="020B0004020202020204" pitchFamily="34" charset="0"/>
              </a:rPr>
              <a:t>odontologo</a:t>
            </a:r>
            <a:r>
              <a:rPr lang="es-CO" dirty="0">
                <a:latin typeface="Aptos Narrow" panose="020B00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3131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09D2-77F0-0479-8428-1528734B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09EC7-FEA6-6E81-1978-3F3A73A2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9070"/>
            <a:ext cx="8229600" cy="205800"/>
          </a:xfrm>
        </p:spPr>
        <p:txBody>
          <a:bodyPr/>
          <a:lstStyle/>
          <a:p>
            <a:r>
              <a:rPr lang="es-CO" dirty="0"/>
              <a:t>Sexto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31AA0E-8807-1AFB-B2BF-6B4DCA4796D1}"/>
              </a:ext>
            </a:extLst>
          </p:cNvPr>
          <p:cNvSpPr txBox="1">
            <a:spLocks/>
          </p:cNvSpPr>
          <p:nvPr/>
        </p:nvSpPr>
        <p:spPr>
          <a:xfrm>
            <a:off x="457200" y="1633491"/>
            <a:ext cx="8229600" cy="231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Perfil: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empresas dedicadas a los eventos corporativos interesadas en decorar espacios con velas como las funerarias, bautizos, bodas, iglesias. Su compromiso y esfuerzo por el cumplimiento con el servicio, aprendizaje continuo en desarrollar conceptos de decoración.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Localización: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Zonas urbanas de la ciudad de Palmira y Cali.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Justificación:</a:t>
            </a:r>
            <a:r>
              <a:rPr lang="es-E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Calibri" panose="020F0502020204030204" pitchFamily="34" charset="0"/>
              </a:rPr>
              <a:t>la creación y diseño de experiencias a través de elementos decorativos y regalos personalizados.</a:t>
            </a:r>
            <a:endParaRPr lang="es-CO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52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D199-ACCB-B1A0-8943-B3C6411B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7E8B3-0E82-2370-7D44-45DFEAE3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9481"/>
            <a:ext cx="8229600" cy="205800"/>
          </a:xfrm>
        </p:spPr>
        <p:txBody>
          <a:bodyPr/>
          <a:lstStyle/>
          <a:p>
            <a:r>
              <a:rPr lang="es-CO" dirty="0"/>
              <a:t>Octavo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1CE1B96-71A4-99EA-CCB6-CEA004ED2CF8}"/>
              </a:ext>
            </a:extLst>
          </p:cNvPr>
          <p:cNvSpPr txBox="1">
            <a:spLocks/>
          </p:cNvSpPr>
          <p:nvPr/>
        </p:nvSpPr>
        <p:spPr>
          <a:xfrm>
            <a:off x="457200" y="1630717"/>
            <a:ext cx="8229600" cy="2663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/>
            <a:r>
              <a:rPr lang="es-CO" dirty="0">
                <a:latin typeface="Aptos Narrow" panose="020B0004020202020204" pitchFamily="34" charset="0"/>
              </a:rPr>
              <a:t>Enfocado en iglesias católicas, buscan velas o velones decorativos para enriquecer sus celebraciones litúrgicas, especialmente durante la Semana Mayor. Este público incluye sacerdotes, comités pastorales y responsables de la liturgia, motivados por su fe, tradición y el deseo de fortalecer la identidad de su comunidad con elementos simbólicos y de alta calidad.</a:t>
            </a:r>
          </a:p>
        </p:txBody>
      </p:sp>
    </p:spTree>
    <p:extLst>
      <p:ext uri="{BB962C8B-B14F-4D97-AF65-F5344CB8AC3E}">
        <p14:creationId xmlns:p14="http://schemas.microsoft.com/office/powerpoint/2010/main" val="1439700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B9E4-C106-BBF9-089A-B78D21762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992C2-685D-2D6C-3783-2AA1C2AD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9481"/>
            <a:ext cx="8229600" cy="205800"/>
          </a:xfrm>
        </p:spPr>
        <p:txBody>
          <a:bodyPr/>
          <a:lstStyle/>
          <a:p>
            <a:r>
              <a:rPr lang="es-CO" dirty="0"/>
              <a:t>Noveno segmento de mercado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BA2365A-7B82-5F4A-B89D-0C5FEE57F510}"/>
              </a:ext>
            </a:extLst>
          </p:cNvPr>
          <p:cNvSpPr txBox="1">
            <a:spLocks/>
          </p:cNvSpPr>
          <p:nvPr/>
        </p:nvSpPr>
        <p:spPr>
          <a:xfrm>
            <a:off x="457200" y="1630717"/>
            <a:ext cx="8229600" cy="2663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just"/>
            <a:r>
              <a:rPr lang="es-CO" dirty="0">
                <a:latin typeface="Aptos Narrow" panose="020B0004020202020204" pitchFamily="34" charset="0"/>
              </a:rPr>
              <a:t>Enfocado en las funerarias, buscan velas o velones decorativos para ceremonias de despedida, incorporando elementos simbólicos que transmiten consuelo, respeto y solemnidad. Valoran los detalles que marcan la diferencia reforzando la conexión emocional con las familias.</a:t>
            </a:r>
          </a:p>
        </p:txBody>
      </p:sp>
    </p:spTree>
    <p:extLst>
      <p:ext uri="{BB962C8B-B14F-4D97-AF65-F5344CB8AC3E}">
        <p14:creationId xmlns:p14="http://schemas.microsoft.com/office/powerpoint/2010/main" val="280684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/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María </a:t>
            </a:r>
            <a:r>
              <a:rPr lang="en" dirty="0" err="1"/>
              <a:t>emprendedora</a:t>
            </a:r>
            <a:endParaRPr dirty="0"/>
          </a:p>
        </p:txBody>
      </p:sp>
      <p:sp>
        <p:nvSpPr>
          <p:cNvPr id="1648" name="Google Shape;1648;p35"/>
          <p:cNvSpPr/>
          <p:nvPr/>
        </p:nvSpPr>
        <p:spPr>
          <a:xfrm>
            <a:off x="492313" y="981425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/>
          <p:cNvGrpSpPr/>
          <p:nvPr/>
        </p:nvGrpSpPr>
        <p:grpSpPr>
          <a:xfrm>
            <a:off x="582235" y="1074122"/>
            <a:ext cx="2557236" cy="2396994"/>
            <a:chOff x="562747" y="1074122"/>
            <a:chExt cx="2557236" cy="2396994"/>
          </a:xfrm>
        </p:grpSpPr>
        <p:sp>
          <p:nvSpPr>
            <p:cNvPr id="1650" name="Google Shape;1650;p35"/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/>
            <p:cNvSpPr txBox="1"/>
            <p:nvPr/>
          </p:nvSpPr>
          <p:spPr>
            <a:xfrm>
              <a:off x="562747" y="202046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Estudios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2" name="Google Shape;1652;p35"/>
            <p:cNvSpPr txBox="1"/>
            <p:nvPr/>
          </p:nvSpPr>
          <p:spPr>
            <a:xfrm>
              <a:off x="562747" y="174033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Genero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/>
            <p:cNvSpPr txBox="1"/>
            <p:nvPr/>
          </p:nvSpPr>
          <p:spPr>
            <a:xfrm>
              <a:off x="562747" y="14602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Edad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/>
            <p:cNvSpPr txBox="1"/>
            <p:nvPr/>
          </p:nvSpPr>
          <p:spPr>
            <a:xfrm>
              <a:off x="571403" y="25807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Salario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5" name="Google Shape;1655;p35"/>
            <p:cNvSpPr txBox="1"/>
            <p:nvPr/>
          </p:nvSpPr>
          <p:spPr>
            <a:xfrm>
              <a:off x="571403" y="230058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Empleo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/>
            <p:cNvSpPr txBox="1"/>
            <p:nvPr/>
          </p:nvSpPr>
          <p:spPr>
            <a:xfrm>
              <a:off x="1379188" y="2021322"/>
              <a:ext cx="1730459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Técnica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administrativa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35"/>
            <p:cNvSpPr txBox="1"/>
            <p:nvPr/>
          </p:nvSpPr>
          <p:spPr>
            <a:xfrm>
              <a:off x="1658569" y="1722910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Femenino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/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35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/>
            <p:cNvSpPr txBox="1"/>
            <p:nvPr/>
          </p:nvSpPr>
          <p:spPr>
            <a:xfrm>
              <a:off x="1232486" y="2607474"/>
              <a:ext cx="188749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$ 600.000 – $ 1.000.000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/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/>
          <p:cNvGrpSpPr/>
          <p:nvPr/>
        </p:nvGrpSpPr>
        <p:grpSpPr>
          <a:xfrm>
            <a:off x="648763" y="3356803"/>
            <a:ext cx="2361326" cy="1127325"/>
            <a:chOff x="629575" y="3356803"/>
            <a:chExt cx="2361326" cy="1127325"/>
          </a:xfrm>
        </p:grpSpPr>
        <p:sp>
          <p:nvSpPr>
            <p:cNvPr id="1662" name="Google Shape;1662;p35"/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/>
            <p:cNvGrpSpPr/>
            <p:nvPr/>
          </p:nvGrpSpPr>
          <p:grpSpPr>
            <a:xfrm>
              <a:off x="629575" y="3871935"/>
              <a:ext cx="2361326" cy="612193"/>
              <a:chOff x="631594" y="3871935"/>
              <a:chExt cx="2361326" cy="612193"/>
            </a:xfrm>
          </p:grpSpPr>
          <p:sp>
            <p:nvSpPr>
              <p:cNvPr id="1664" name="Google Shape;1664;p35"/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Comunicativa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/>
              <p:cNvSpPr txBox="1"/>
              <p:nvPr/>
            </p:nvSpPr>
            <p:spPr>
              <a:xfrm>
                <a:off x="202142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Empatica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/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Autodidacta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/>
              <p:cNvSpPr txBox="1"/>
              <p:nvPr/>
            </p:nvSpPr>
            <p:spPr>
              <a:xfrm flipH="1">
                <a:off x="70829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Elocuente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/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/>
          <p:cNvGrpSpPr/>
          <p:nvPr/>
        </p:nvGrpSpPr>
        <p:grpSpPr>
          <a:xfrm>
            <a:off x="6232631" y="3428203"/>
            <a:ext cx="2223012" cy="1046922"/>
            <a:chOff x="6175200" y="3428203"/>
            <a:chExt cx="2223012" cy="1046922"/>
          </a:xfrm>
        </p:grpSpPr>
        <p:sp>
          <p:nvSpPr>
            <p:cNvPr id="1758" name="Google Shape;1758;p35"/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/>
            <p:cNvSpPr txBox="1"/>
            <p:nvPr/>
          </p:nvSpPr>
          <p:spPr>
            <a:xfrm>
              <a:off x="6175200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Arte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/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Decoración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/>
            <p:cNvSpPr txBox="1"/>
            <p:nvPr/>
          </p:nvSpPr>
          <p:spPr>
            <a:xfrm>
              <a:off x="7704912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Ocio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/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6176938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19231172"/>
                <a:gd name="adj2" fmla="val 6044034"/>
                <a:gd name="adj3" fmla="val 11499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18879509"/>
                <a:gd name="adj2" fmla="val 10731881"/>
                <a:gd name="adj3" fmla="val 8595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/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/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/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/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/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/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3833844" y="2794431"/>
                <a:ext cx="297900" cy="216900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/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/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/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/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4284966" y="2794431"/>
                <a:ext cx="297900" cy="216900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/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/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/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/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4876597" y="2794431"/>
                <a:ext cx="297900" cy="216900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F59B9A0-5D3D-28B2-AB18-1FA9DB2DE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194" y="1688733"/>
            <a:ext cx="2827835" cy="21994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Google Shape;1656;p35">
            <a:extLst>
              <a:ext uri="{FF2B5EF4-FFF2-40B4-BE49-F238E27FC236}">
                <a16:creationId xmlns:a16="http://schemas.microsoft.com/office/drawing/2014/main" id="{63FCF9FA-E772-32C5-C407-F102FD3F713B}"/>
              </a:ext>
            </a:extLst>
          </p:cNvPr>
          <p:cNvSpPr txBox="1"/>
          <p:nvPr/>
        </p:nvSpPr>
        <p:spPr>
          <a:xfrm>
            <a:off x="1506983" y="2295263"/>
            <a:ext cx="152468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Emprendedora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342BC7C1-9281-3756-CDC6-C732843DD102}"/>
              </a:ext>
            </a:extLst>
          </p:cNvPr>
          <p:cNvSpPr txBox="1"/>
          <p:nvPr/>
        </p:nvSpPr>
        <p:spPr>
          <a:xfrm>
            <a:off x="580556" y="2936353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27987B45-EA14-3178-CB7E-57811AED3CF2}"/>
              </a:ext>
            </a:extLst>
          </p:cNvPr>
          <p:cNvSpPr txBox="1"/>
          <p:nvPr/>
        </p:nvSpPr>
        <p:spPr>
          <a:xfrm>
            <a:off x="1501244" y="2953112"/>
            <a:ext cx="1887497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Antioquia, 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medellín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5A7BB40A-3CCD-048C-37F6-4B507FCD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>
            <a:extLst>
              <a:ext uri="{FF2B5EF4-FFF2-40B4-BE49-F238E27FC236}">
                <a16:creationId xmlns:a16="http://schemas.microsoft.com/office/drawing/2014/main" id="{118ABEF6-610B-D31B-F83C-734579467C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 </a:t>
            </a:r>
            <a:r>
              <a:rPr lang="en" dirty="0" err="1"/>
              <a:t>decoradora</a:t>
            </a:r>
            <a:endParaRPr dirty="0"/>
          </a:p>
        </p:txBody>
      </p:sp>
      <p:sp>
        <p:nvSpPr>
          <p:cNvPr id="1648" name="Google Shape;1648;p35">
            <a:extLst>
              <a:ext uri="{FF2B5EF4-FFF2-40B4-BE49-F238E27FC236}">
                <a16:creationId xmlns:a16="http://schemas.microsoft.com/office/drawing/2014/main" id="{C084A1B5-7AA2-1294-4DD7-D09AD90C63A3}"/>
              </a:ext>
            </a:extLst>
          </p:cNvPr>
          <p:cNvSpPr/>
          <p:nvPr/>
        </p:nvSpPr>
        <p:spPr>
          <a:xfrm>
            <a:off x="492313" y="981425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>
            <a:extLst>
              <a:ext uri="{FF2B5EF4-FFF2-40B4-BE49-F238E27FC236}">
                <a16:creationId xmlns:a16="http://schemas.microsoft.com/office/drawing/2014/main" id="{2AA2DA21-6E0A-319B-B03A-BF54DB5D1252}"/>
              </a:ext>
            </a:extLst>
          </p:cNvPr>
          <p:cNvGrpSpPr/>
          <p:nvPr/>
        </p:nvGrpSpPr>
        <p:grpSpPr>
          <a:xfrm>
            <a:off x="582235" y="1074122"/>
            <a:ext cx="2741854" cy="2396994"/>
            <a:chOff x="562747" y="1074122"/>
            <a:chExt cx="2741854" cy="2396994"/>
          </a:xfrm>
        </p:grpSpPr>
        <p:sp>
          <p:nvSpPr>
            <p:cNvPr id="1650" name="Google Shape;1650;p35">
              <a:extLst>
                <a:ext uri="{FF2B5EF4-FFF2-40B4-BE49-F238E27FC236}">
                  <a16:creationId xmlns:a16="http://schemas.microsoft.com/office/drawing/2014/main" id="{6538DC84-3692-D20B-81E9-64DEA89C7B8D}"/>
                </a:ext>
              </a:extLst>
            </p:cNvPr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>
              <a:extLst>
                <a:ext uri="{FF2B5EF4-FFF2-40B4-BE49-F238E27FC236}">
                  <a16:creationId xmlns:a16="http://schemas.microsoft.com/office/drawing/2014/main" id="{168523F3-DAF7-2839-0B2A-7036C76871EC}"/>
                </a:ext>
              </a:extLst>
            </p:cNvPr>
            <p:cNvSpPr txBox="1"/>
            <p:nvPr/>
          </p:nvSpPr>
          <p:spPr>
            <a:xfrm>
              <a:off x="562747" y="202046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Estudios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2" name="Google Shape;1652;p35">
              <a:extLst>
                <a:ext uri="{FF2B5EF4-FFF2-40B4-BE49-F238E27FC236}">
                  <a16:creationId xmlns:a16="http://schemas.microsoft.com/office/drawing/2014/main" id="{93F78052-6DEA-7B40-24B9-56CC1B7EC374}"/>
                </a:ext>
              </a:extLst>
            </p:cNvPr>
            <p:cNvSpPr txBox="1"/>
            <p:nvPr/>
          </p:nvSpPr>
          <p:spPr>
            <a:xfrm>
              <a:off x="562747" y="174033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Genero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>
              <a:extLst>
                <a:ext uri="{FF2B5EF4-FFF2-40B4-BE49-F238E27FC236}">
                  <a16:creationId xmlns:a16="http://schemas.microsoft.com/office/drawing/2014/main" id="{A28E4E80-76BB-164C-AD5B-AD0BAB00C661}"/>
                </a:ext>
              </a:extLst>
            </p:cNvPr>
            <p:cNvSpPr txBox="1"/>
            <p:nvPr/>
          </p:nvSpPr>
          <p:spPr>
            <a:xfrm>
              <a:off x="562747" y="14602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Edad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>
              <a:extLst>
                <a:ext uri="{FF2B5EF4-FFF2-40B4-BE49-F238E27FC236}">
                  <a16:creationId xmlns:a16="http://schemas.microsoft.com/office/drawing/2014/main" id="{44F756D6-5846-2F89-51AE-994489DD0516}"/>
                </a:ext>
              </a:extLst>
            </p:cNvPr>
            <p:cNvSpPr txBox="1"/>
            <p:nvPr/>
          </p:nvSpPr>
          <p:spPr>
            <a:xfrm>
              <a:off x="571403" y="25807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Salario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5" name="Google Shape;1655;p35">
              <a:extLst>
                <a:ext uri="{FF2B5EF4-FFF2-40B4-BE49-F238E27FC236}">
                  <a16:creationId xmlns:a16="http://schemas.microsoft.com/office/drawing/2014/main" id="{F129CA61-8712-9F74-B26B-B0D4EDCC94EF}"/>
                </a:ext>
              </a:extLst>
            </p:cNvPr>
            <p:cNvSpPr txBox="1"/>
            <p:nvPr/>
          </p:nvSpPr>
          <p:spPr>
            <a:xfrm>
              <a:off x="571403" y="230058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Empleo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>
              <a:extLst>
                <a:ext uri="{FF2B5EF4-FFF2-40B4-BE49-F238E27FC236}">
                  <a16:creationId xmlns:a16="http://schemas.microsoft.com/office/drawing/2014/main" id="{F786EA8E-1A8C-B1FF-80E0-552A66EA446D}"/>
                </a:ext>
              </a:extLst>
            </p:cNvPr>
            <p:cNvSpPr txBox="1"/>
            <p:nvPr/>
          </p:nvSpPr>
          <p:spPr>
            <a:xfrm>
              <a:off x="1232486" y="2002850"/>
              <a:ext cx="177761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Técnica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eventos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y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decoración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35">
              <a:extLst>
                <a:ext uri="{FF2B5EF4-FFF2-40B4-BE49-F238E27FC236}">
                  <a16:creationId xmlns:a16="http://schemas.microsoft.com/office/drawing/2014/main" id="{9604559D-6FFB-EF66-426C-842157DC0A95}"/>
                </a:ext>
              </a:extLst>
            </p:cNvPr>
            <p:cNvSpPr txBox="1"/>
            <p:nvPr/>
          </p:nvSpPr>
          <p:spPr>
            <a:xfrm>
              <a:off x="1658569" y="1722910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Femenino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>
              <a:extLst>
                <a:ext uri="{FF2B5EF4-FFF2-40B4-BE49-F238E27FC236}">
                  <a16:creationId xmlns:a16="http://schemas.microsoft.com/office/drawing/2014/main" id="{ADECF0CC-48DB-6DB8-7EC2-E8542E8FFA60}"/>
                </a:ext>
              </a:extLst>
            </p:cNvPr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32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>
              <a:extLst>
                <a:ext uri="{FF2B5EF4-FFF2-40B4-BE49-F238E27FC236}">
                  <a16:creationId xmlns:a16="http://schemas.microsoft.com/office/drawing/2014/main" id="{706DA674-7008-7B15-84D0-3CAEF827B045}"/>
                </a:ext>
              </a:extLst>
            </p:cNvPr>
            <p:cNvSpPr txBox="1"/>
            <p:nvPr/>
          </p:nvSpPr>
          <p:spPr>
            <a:xfrm>
              <a:off x="1167834" y="2607474"/>
              <a:ext cx="213676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$ 3.000.000 – $ 5.000.000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>
              <a:extLst>
                <a:ext uri="{FF2B5EF4-FFF2-40B4-BE49-F238E27FC236}">
                  <a16:creationId xmlns:a16="http://schemas.microsoft.com/office/drawing/2014/main" id="{98DEFD0D-8072-30DF-0775-20ADD2EBDD61}"/>
                </a:ext>
              </a:extLst>
            </p:cNvPr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>
            <a:extLst>
              <a:ext uri="{FF2B5EF4-FFF2-40B4-BE49-F238E27FC236}">
                <a16:creationId xmlns:a16="http://schemas.microsoft.com/office/drawing/2014/main" id="{8A1C2182-1F71-4F98-46BE-F37341EB9939}"/>
              </a:ext>
            </a:extLst>
          </p:cNvPr>
          <p:cNvGrpSpPr/>
          <p:nvPr/>
        </p:nvGrpSpPr>
        <p:grpSpPr>
          <a:xfrm>
            <a:off x="633103" y="3356803"/>
            <a:ext cx="2376986" cy="1127325"/>
            <a:chOff x="613915" y="3356803"/>
            <a:chExt cx="2376986" cy="1127325"/>
          </a:xfrm>
        </p:grpSpPr>
        <p:sp>
          <p:nvSpPr>
            <p:cNvPr id="1662" name="Google Shape;1662;p35">
              <a:extLst>
                <a:ext uri="{FF2B5EF4-FFF2-40B4-BE49-F238E27FC236}">
                  <a16:creationId xmlns:a16="http://schemas.microsoft.com/office/drawing/2014/main" id="{F4F5A3C9-B8DA-BF68-80BB-3910B9108812}"/>
                </a:ext>
              </a:extLst>
            </p:cNvPr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>
              <a:extLst>
                <a:ext uri="{FF2B5EF4-FFF2-40B4-BE49-F238E27FC236}">
                  <a16:creationId xmlns:a16="http://schemas.microsoft.com/office/drawing/2014/main" id="{E7B17A68-AD7F-B7D0-B809-4B34697F1471}"/>
                </a:ext>
              </a:extLst>
            </p:cNvPr>
            <p:cNvGrpSpPr/>
            <p:nvPr/>
          </p:nvGrpSpPr>
          <p:grpSpPr>
            <a:xfrm>
              <a:off x="613915" y="3871935"/>
              <a:ext cx="2376986" cy="612193"/>
              <a:chOff x="615934" y="3871935"/>
              <a:chExt cx="2376986" cy="612193"/>
            </a:xfrm>
          </p:grpSpPr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75123441-B22A-F486-12EB-7CC1B06A14A7}"/>
                  </a:ext>
                </a:extLst>
              </p:cNvPr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Detallista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35645BDE-7164-214B-920F-1B020C33940E}"/>
                  </a:ext>
                </a:extLst>
              </p:cNvPr>
              <p:cNvSpPr txBox="1"/>
              <p:nvPr/>
            </p:nvSpPr>
            <p:spPr>
              <a:xfrm>
                <a:off x="202142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Estetica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90D7D0C2-1870-2E00-6E8B-264ACA8EEB7A}"/>
                  </a:ext>
                </a:extLst>
              </p:cNvPr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Roboto"/>
                    <a:ea typeface="Roboto"/>
                    <a:cs typeface="Roboto"/>
                    <a:sym typeface="Roboto"/>
                  </a:rPr>
                  <a:t>Creativa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C816B33F-7D46-ABAC-5C88-E6969030300E}"/>
                  </a:ext>
                </a:extLst>
              </p:cNvPr>
              <p:cNvSpPr txBox="1"/>
              <p:nvPr/>
            </p:nvSpPr>
            <p:spPr>
              <a:xfrm flipH="1">
                <a:off x="61593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Inovadora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>
            <a:extLst>
              <a:ext uri="{FF2B5EF4-FFF2-40B4-BE49-F238E27FC236}">
                <a16:creationId xmlns:a16="http://schemas.microsoft.com/office/drawing/2014/main" id="{61E27D55-08E1-0C99-6F25-D701889C973D}"/>
              </a:ext>
            </a:extLst>
          </p:cNvPr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>
            <a:extLst>
              <a:ext uri="{FF2B5EF4-FFF2-40B4-BE49-F238E27FC236}">
                <a16:creationId xmlns:a16="http://schemas.microsoft.com/office/drawing/2014/main" id="{E068EAF5-6DA6-5B06-F4D8-F1835CA11D88}"/>
              </a:ext>
            </a:extLst>
          </p:cNvPr>
          <p:cNvGrpSpPr/>
          <p:nvPr/>
        </p:nvGrpSpPr>
        <p:grpSpPr>
          <a:xfrm>
            <a:off x="6232631" y="3428203"/>
            <a:ext cx="2383212" cy="1074846"/>
            <a:chOff x="6175200" y="3428203"/>
            <a:chExt cx="2383212" cy="1074846"/>
          </a:xfrm>
        </p:grpSpPr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A8D7CB78-B003-C22A-CD25-A10E21BACC9C}"/>
                </a:ext>
              </a:extLst>
            </p:cNvPr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B2921898-1B80-AB39-4A88-10D6849D1756}"/>
                </a:ext>
              </a:extLst>
            </p:cNvPr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3EDB27B6-6710-80F6-E055-D795D8859B08}"/>
                </a:ext>
              </a:extLst>
            </p:cNvPr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D6750A93-C901-558C-6B28-8CC45B8C31E6}"/>
                </a:ext>
              </a:extLst>
            </p:cNvPr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C4FB8E18-3D49-828E-C2B6-1256B2A7EC49}"/>
                </a:ext>
              </a:extLst>
            </p:cNvPr>
            <p:cNvSpPr txBox="1"/>
            <p:nvPr/>
          </p:nvSpPr>
          <p:spPr>
            <a:xfrm>
              <a:off x="6175200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Arte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03EE3011-EF0A-2F90-F659-C927C835D546}"/>
                </a:ext>
              </a:extLst>
            </p:cNvPr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Diseño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125632FF-838A-65CD-F5F0-71DF7C1E1BD4}"/>
                </a:ext>
              </a:extLst>
            </p:cNvPr>
            <p:cNvSpPr txBox="1"/>
            <p:nvPr/>
          </p:nvSpPr>
          <p:spPr>
            <a:xfrm>
              <a:off x="7704912" y="4302625"/>
              <a:ext cx="853500" cy="200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fotografía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29FB087D-7A96-E991-7B5E-13FC4BB81E38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577E00A5-55A8-30EC-9DD3-8A642B673CE4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2490229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315AA4D1-5F90-64AC-AC03-CFDE5E0C2C68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36A19908-00D3-3F21-A397-56DF884C713C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16194717"/>
                <a:gd name="adj2" fmla="val 6044034"/>
                <a:gd name="adj3" fmla="val 11499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D1ED9801-6F91-E5FF-EC3E-08384237B260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639398C3-5584-4691-C360-9A2289DF1907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10447910"/>
                <a:gd name="adj2" fmla="val 5358042"/>
                <a:gd name="adj3" fmla="val 9102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>
            <a:extLst>
              <a:ext uri="{FF2B5EF4-FFF2-40B4-BE49-F238E27FC236}">
                <a16:creationId xmlns:a16="http://schemas.microsoft.com/office/drawing/2014/main" id="{609D3E94-ACA8-ADBC-7073-FAB9C3A5BA4F}"/>
              </a:ext>
            </a:extLst>
          </p:cNvPr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3C19E9C1-10C3-538B-5C56-5BAF304848C1}"/>
                </a:ext>
              </a:extLst>
            </p:cNvPr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4E815E8A-D995-83C0-F933-23FFB18C2DDB}"/>
                </a:ext>
              </a:extLst>
            </p:cNvPr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1EC36675-6BA6-3057-DA3C-283F8C5B05F4}"/>
                </a:ext>
              </a:extLst>
            </p:cNvPr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>
              <a:extLst>
                <a:ext uri="{FF2B5EF4-FFF2-40B4-BE49-F238E27FC236}">
                  <a16:creationId xmlns:a16="http://schemas.microsoft.com/office/drawing/2014/main" id="{42DB2573-7680-DA82-566E-0F9EAF60FAC2}"/>
                </a:ext>
              </a:extLst>
            </p:cNvPr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>
                <a:extLst>
                  <a:ext uri="{FF2B5EF4-FFF2-40B4-BE49-F238E27FC236}">
                    <a16:creationId xmlns:a16="http://schemas.microsoft.com/office/drawing/2014/main" id="{14382376-E901-C64B-B92E-974E49C4A333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>
                <a:extLst>
                  <a:ext uri="{FF2B5EF4-FFF2-40B4-BE49-F238E27FC236}">
                    <a16:creationId xmlns:a16="http://schemas.microsoft.com/office/drawing/2014/main" id="{1FCD2A0C-01AF-0FE5-EFFA-68EAD9DFEB7B}"/>
                  </a:ext>
                </a:extLst>
              </p:cNvPr>
              <p:cNvSpPr/>
              <p:nvPr/>
            </p:nvSpPr>
            <p:spPr>
              <a:xfrm>
                <a:off x="3634708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3FB8F3F0-461B-C69C-AF35-57AFEA562265}"/>
                </a:ext>
              </a:extLst>
            </p:cNvPr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58E1AE37-EA2E-DDE3-1B38-EA349E22EB60}"/>
                </a:ext>
              </a:extLst>
            </p:cNvPr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>
              <a:extLst>
                <a:ext uri="{FF2B5EF4-FFF2-40B4-BE49-F238E27FC236}">
                  <a16:creationId xmlns:a16="http://schemas.microsoft.com/office/drawing/2014/main" id="{081C8205-BBED-A627-3060-E0B0F4680BB6}"/>
                </a:ext>
              </a:extLst>
            </p:cNvPr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>
                <a:extLst>
                  <a:ext uri="{FF2B5EF4-FFF2-40B4-BE49-F238E27FC236}">
                    <a16:creationId xmlns:a16="http://schemas.microsoft.com/office/drawing/2014/main" id="{7F227E68-C1FC-6C8A-64FB-C715146DED6E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>
                <a:extLst>
                  <a:ext uri="{FF2B5EF4-FFF2-40B4-BE49-F238E27FC236}">
                    <a16:creationId xmlns:a16="http://schemas.microsoft.com/office/drawing/2014/main" id="{4DC3D19C-5C89-F6A3-47E5-452B37B23E22}"/>
                  </a:ext>
                </a:extLst>
              </p:cNvPr>
              <p:cNvSpPr/>
              <p:nvPr/>
            </p:nvSpPr>
            <p:spPr>
              <a:xfrm>
                <a:off x="4927630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2381A2E3-9D4F-AE3F-5A0D-B68AE89D8AB4}"/>
                </a:ext>
              </a:extLst>
            </p:cNvPr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AF9E1370-BDD7-2516-5DDD-F2B4907BB393}"/>
                </a:ext>
              </a:extLst>
            </p:cNvPr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>
              <a:extLst>
                <a:ext uri="{FF2B5EF4-FFF2-40B4-BE49-F238E27FC236}">
                  <a16:creationId xmlns:a16="http://schemas.microsoft.com/office/drawing/2014/main" id="{61B25739-8DDD-E25B-5791-32E83B3C6E09}"/>
                </a:ext>
              </a:extLst>
            </p:cNvPr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>
                <a:extLst>
                  <a:ext uri="{FF2B5EF4-FFF2-40B4-BE49-F238E27FC236}">
                    <a16:creationId xmlns:a16="http://schemas.microsoft.com/office/drawing/2014/main" id="{8E606B69-0179-73B5-06BF-EDA124C01CD2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>
                <a:extLst>
                  <a:ext uri="{FF2B5EF4-FFF2-40B4-BE49-F238E27FC236}">
                    <a16:creationId xmlns:a16="http://schemas.microsoft.com/office/drawing/2014/main" id="{154FE8ED-E93C-3E2F-EF60-2C3608F1B97A}"/>
                  </a:ext>
                </a:extLst>
              </p:cNvPr>
              <p:cNvSpPr/>
              <p:nvPr/>
            </p:nvSpPr>
            <p:spPr>
              <a:xfrm>
                <a:off x="3808499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1656;p35">
            <a:extLst>
              <a:ext uri="{FF2B5EF4-FFF2-40B4-BE49-F238E27FC236}">
                <a16:creationId xmlns:a16="http://schemas.microsoft.com/office/drawing/2014/main" id="{78B6D121-E78A-2E3C-9E39-7133D617B74E}"/>
              </a:ext>
            </a:extLst>
          </p:cNvPr>
          <p:cNvSpPr txBox="1"/>
          <p:nvPr/>
        </p:nvSpPr>
        <p:spPr>
          <a:xfrm>
            <a:off x="1320800" y="2295263"/>
            <a:ext cx="1710863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ecoradora</a:t>
            </a: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freelance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FB99181F-F186-779E-6479-B0EEE1533F3A}"/>
              </a:ext>
            </a:extLst>
          </p:cNvPr>
          <p:cNvSpPr txBox="1"/>
          <p:nvPr/>
        </p:nvSpPr>
        <p:spPr>
          <a:xfrm>
            <a:off x="580556" y="2936353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3D9B6C3E-C04D-560A-4A8B-6EACABE55ECF}"/>
              </a:ext>
            </a:extLst>
          </p:cNvPr>
          <p:cNvSpPr txBox="1"/>
          <p:nvPr/>
        </p:nvSpPr>
        <p:spPr>
          <a:xfrm>
            <a:off x="1501244" y="2953111"/>
            <a:ext cx="1606169" cy="3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Santander</a:t>
            </a: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bucaramanga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836998-FE5D-735F-1FA5-A7108C8C4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286" y="1570319"/>
            <a:ext cx="2723894" cy="21185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7741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43"/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Elena, la Creadora de Santuarios</a:t>
            </a:r>
            <a:endParaRPr dirty="0"/>
          </a:p>
        </p:txBody>
      </p:sp>
      <p:sp>
        <p:nvSpPr>
          <p:cNvPr id="2485" name="Google Shape;2485;p43"/>
          <p:cNvSpPr/>
          <p:nvPr/>
        </p:nvSpPr>
        <p:spPr>
          <a:xfrm>
            <a:off x="478250" y="1019275"/>
            <a:ext cx="8227500" cy="37164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9DAF8">
                  <a:alpha val="23137"/>
                </a:srgbClr>
              </a:gs>
              <a:gs pos="100000">
                <a:srgbClr val="9FC5E8">
                  <a:alpha val="490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5" name="Google Shape;2555;p43"/>
          <p:cNvGrpSpPr/>
          <p:nvPr/>
        </p:nvGrpSpPr>
        <p:grpSpPr>
          <a:xfrm>
            <a:off x="5621996" y="1093827"/>
            <a:ext cx="2804547" cy="3388852"/>
            <a:chOff x="5729046" y="1093827"/>
            <a:chExt cx="2804547" cy="3388852"/>
          </a:xfrm>
        </p:grpSpPr>
        <p:sp>
          <p:nvSpPr>
            <p:cNvPr id="2556" name="Google Shape;2556;p43"/>
            <p:cNvSpPr txBox="1"/>
            <p:nvPr/>
          </p:nvSpPr>
          <p:spPr>
            <a:xfrm>
              <a:off x="6041260" y="3032327"/>
              <a:ext cx="2458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251F5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57" name="Google Shape;2557;p43"/>
            <p:cNvGrpSpPr/>
            <p:nvPr/>
          </p:nvGrpSpPr>
          <p:grpSpPr>
            <a:xfrm>
              <a:off x="6022412" y="3451227"/>
              <a:ext cx="2496196" cy="254700"/>
              <a:chOff x="6012884" y="3451227"/>
              <a:chExt cx="2496196" cy="254700"/>
            </a:xfrm>
          </p:grpSpPr>
          <p:sp>
            <p:nvSpPr>
              <p:cNvPr id="2558" name="Google Shape;2558;p43"/>
              <p:cNvSpPr/>
              <p:nvPr/>
            </p:nvSpPr>
            <p:spPr>
              <a:xfrm rot="5400000">
                <a:off x="7549230" y="2698377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43"/>
              <p:cNvSpPr txBox="1"/>
              <p:nvPr/>
            </p:nvSpPr>
            <p:spPr>
              <a:xfrm>
                <a:off x="6012884" y="3451227"/>
                <a:ext cx="6768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Arte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0" name="Google Shape;2560;p43"/>
              <p:cNvSpPr/>
              <p:nvPr/>
            </p:nvSpPr>
            <p:spPr>
              <a:xfrm rot="5400000">
                <a:off x="7223665" y="3023875"/>
                <a:ext cx="159300" cy="1109400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1" name="Google Shape;2561;p43"/>
            <p:cNvGrpSpPr/>
            <p:nvPr/>
          </p:nvGrpSpPr>
          <p:grpSpPr>
            <a:xfrm>
              <a:off x="5729046" y="3839603"/>
              <a:ext cx="2789562" cy="254700"/>
              <a:chOff x="5719518" y="3839603"/>
              <a:chExt cx="2789562" cy="254700"/>
            </a:xfrm>
          </p:grpSpPr>
          <p:sp>
            <p:nvSpPr>
              <p:cNvPr id="2562" name="Google Shape;2562;p43"/>
              <p:cNvSpPr/>
              <p:nvPr/>
            </p:nvSpPr>
            <p:spPr>
              <a:xfrm rot="5400000">
                <a:off x="7549230" y="3086753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43"/>
              <p:cNvSpPr txBox="1"/>
              <p:nvPr/>
            </p:nvSpPr>
            <p:spPr>
              <a:xfrm>
                <a:off x="5719518" y="3839603"/>
                <a:ext cx="970166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Decoración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4" name="Google Shape;2564;p43"/>
              <p:cNvSpPr/>
              <p:nvPr/>
            </p:nvSpPr>
            <p:spPr>
              <a:xfrm rot="5400000">
                <a:off x="7378394" y="3257630"/>
                <a:ext cx="159300" cy="1418639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5" name="Google Shape;2565;p43"/>
            <p:cNvGrpSpPr/>
            <p:nvPr/>
          </p:nvGrpSpPr>
          <p:grpSpPr>
            <a:xfrm>
              <a:off x="6025486" y="4227979"/>
              <a:ext cx="2490049" cy="254700"/>
              <a:chOff x="6015958" y="4227979"/>
              <a:chExt cx="2490049" cy="254700"/>
            </a:xfrm>
          </p:grpSpPr>
          <p:sp>
            <p:nvSpPr>
              <p:cNvPr id="2566" name="Google Shape;2566;p43"/>
              <p:cNvSpPr/>
              <p:nvPr/>
            </p:nvSpPr>
            <p:spPr>
              <a:xfrm rot="5400000">
                <a:off x="7546156" y="3475129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43"/>
              <p:cNvSpPr txBox="1"/>
              <p:nvPr/>
            </p:nvSpPr>
            <p:spPr>
              <a:xfrm>
                <a:off x="6015958" y="4227979"/>
                <a:ext cx="6768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Ropa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8" name="Google Shape;2568;p43"/>
              <p:cNvSpPr/>
              <p:nvPr/>
            </p:nvSpPr>
            <p:spPr>
              <a:xfrm rot="5400000">
                <a:off x="7043748" y="3977775"/>
                <a:ext cx="159300" cy="755100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9" name="Google Shape;2569;p43"/>
            <p:cNvSpPr txBox="1"/>
            <p:nvPr/>
          </p:nvSpPr>
          <p:spPr>
            <a:xfrm>
              <a:off x="6041260" y="1093827"/>
              <a:ext cx="2458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251F5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Valores</a:t>
              </a:r>
              <a:endParaRPr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70" name="Google Shape;2570;p43"/>
            <p:cNvGrpSpPr/>
            <p:nvPr/>
          </p:nvGrpSpPr>
          <p:grpSpPr>
            <a:xfrm>
              <a:off x="6007427" y="1511400"/>
              <a:ext cx="2526166" cy="254700"/>
              <a:chOff x="6007427" y="1511400"/>
              <a:chExt cx="2526166" cy="254700"/>
            </a:xfrm>
          </p:grpSpPr>
          <p:sp>
            <p:nvSpPr>
              <p:cNvPr id="2571" name="Google Shape;2571;p43"/>
              <p:cNvSpPr txBox="1"/>
              <p:nvPr/>
            </p:nvSpPr>
            <p:spPr>
              <a:xfrm>
                <a:off x="6307893" y="1511400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Honestidad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72" name="Google Shape;2572;p43"/>
              <p:cNvGrpSpPr/>
              <p:nvPr/>
            </p:nvGrpSpPr>
            <p:grpSpPr>
              <a:xfrm>
                <a:off x="6007427" y="1523287"/>
                <a:ext cx="230926" cy="230926"/>
                <a:chOff x="5988371" y="1509825"/>
                <a:chExt cx="230926" cy="230926"/>
              </a:xfrm>
            </p:grpSpPr>
            <p:sp>
              <p:nvSpPr>
                <p:cNvPr id="2573" name="Google Shape;2573;p43"/>
                <p:cNvSpPr/>
                <p:nvPr/>
              </p:nvSpPr>
              <p:spPr>
                <a:xfrm>
                  <a:off x="5988371" y="1509825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1"/>
                      </a:moveTo>
                      <a:cubicBezTo>
                        <a:pt x="1702" y="1"/>
                        <a:pt x="0" y="1703"/>
                        <a:pt x="0" y="3800"/>
                      </a:cubicBezTo>
                      <a:cubicBezTo>
                        <a:pt x="0" y="5928"/>
                        <a:pt x="1702" y="7600"/>
                        <a:pt x="3800" y="7600"/>
                      </a:cubicBezTo>
                      <a:cubicBezTo>
                        <a:pt x="5897" y="7600"/>
                        <a:pt x="7599" y="5928"/>
                        <a:pt x="7599" y="3800"/>
                      </a:cubicBezTo>
                      <a:cubicBezTo>
                        <a:pt x="7599" y="1703"/>
                        <a:pt x="5897" y="1"/>
                        <a:pt x="380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43"/>
                <p:cNvSpPr/>
                <p:nvPr/>
              </p:nvSpPr>
              <p:spPr>
                <a:xfrm>
                  <a:off x="6017594" y="1543238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75" name="Google Shape;2575;p43"/>
            <p:cNvGrpSpPr/>
            <p:nvPr/>
          </p:nvGrpSpPr>
          <p:grpSpPr>
            <a:xfrm>
              <a:off x="6007427" y="1911929"/>
              <a:ext cx="2526166" cy="254700"/>
              <a:chOff x="6007427" y="1911929"/>
              <a:chExt cx="2526166" cy="254700"/>
            </a:xfrm>
          </p:grpSpPr>
          <p:sp>
            <p:nvSpPr>
              <p:cNvPr id="2576" name="Google Shape;2576;p43"/>
              <p:cNvSpPr txBox="1"/>
              <p:nvPr/>
            </p:nvSpPr>
            <p:spPr>
              <a:xfrm>
                <a:off x="6307893" y="1911929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Diligente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77" name="Google Shape;2577;p43"/>
              <p:cNvGrpSpPr/>
              <p:nvPr/>
            </p:nvGrpSpPr>
            <p:grpSpPr>
              <a:xfrm>
                <a:off x="6007427" y="1923816"/>
                <a:ext cx="230926" cy="230926"/>
                <a:chOff x="5988371" y="1876480"/>
                <a:chExt cx="230926" cy="230926"/>
              </a:xfrm>
            </p:grpSpPr>
            <p:sp>
              <p:nvSpPr>
                <p:cNvPr id="2578" name="Google Shape;2578;p43"/>
                <p:cNvSpPr/>
                <p:nvPr/>
              </p:nvSpPr>
              <p:spPr>
                <a:xfrm>
                  <a:off x="5988371" y="1876480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1"/>
                      </a:moveTo>
                      <a:cubicBezTo>
                        <a:pt x="1702" y="1"/>
                        <a:pt x="0" y="1703"/>
                        <a:pt x="0" y="3800"/>
                      </a:cubicBezTo>
                      <a:cubicBezTo>
                        <a:pt x="0" y="5897"/>
                        <a:pt x="1702" y="7600"/>
                        <a:pt x="3800" y="7600"/>
                      </a:cubicBezTo>
                      <a:cubicBezTo>
                        <a:pt x="5897" y="7600"/>
                        <a:pt x="7599" y="5897"/>
                        <a:pt x="7599" y="3800"/>
                      </a:cubicBezTo>
                      <a:cubicBezTo>
                        <a:pt x="7599" y="1703"/>
                        <a:pt x="5897" y="1"/>
                        <a:pt x="380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43"/>
                <p:cNvSpPr/>
                <p:nvPr/>
              </p:nvSpPr>
              <p:spPr>
                <a:xfrm>
                  <a:off x="6017594" y="1909894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80" name="Google Shape;2580;p43"/>
            <p:cNvGrpSpPr/>
            <p:nvPr/>
          </p:nvGrpSpPr>
          <p:grpSpPr>
            <a:xfrm>
              <a:off x="6007427" y="2312458"/>
              <a:ext cx="2526166" cy="254700"/>
              <a:chOff x="6007427" y="2312458"/>
              <a:chExt cx="2526166" cy="254700"/>
            </a:xfrm>
          </p:grpSpPr>
          <p:sp>
            <p:nvSpPr>
              <p:cNvPr id="2581" name="Google Shape;2581;p43"/>
              <p:cNvSpPr txBox="1"/>
              <p:nvPr/>
            </p:nvSpPr>
            <p:spPr>
              <a:xfrm>
                <a:off x="6307893" y="2312458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Empatía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82" name="Google Shape;2582;p43"/>
              <p:cNvGrpSpPr/>
              <p:nvPr/>
            </p:nvGrpSpPr>
            <p:grpSpPr>
              <a:xfrm>
                <a:off x="6007427" y="2324345"/>
                <a:ext cx="230926" cy="230926"/>
                <a:chOff x="5988371" y="2242224"/>
                <a:chExt cx="230926" cy="230926"/>
              </a:xfrm>
            </p:grpSpPr>
            <p:sp>
              <p:nvSpPr>
                <p:cNvPr id="2583" name="Google Shape;2583;p43"/>
                <p:cNvSpPr/>
                <p:nvPr/>
              </p:nvSpPr>
              <p:spPr>
                <a:xfrm>
                  <a:off x="5988371" y="2242224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0"/>
                      </a:moveTo>
                      <a:cubicBezTo>
                        <a:pt x="1702" y="0"/>
                        <a:pt x="0" y="1703"/>
                        <a:pt x="0" y="3800"/>
                      </a:cubicBezTo>
                      <a:cubicBezTo>
                        <a:pt x="0" y="5897"/>
                        <a:pt x="1702" y="7599"/>
                        <a:pt x="3800" y="7599"/>
                      </a:cubicBezTo>
                      <a:cubicBezTo>
                        <a:pt x="5897" y="7599"/>
                        <a:pt x="7599" y="5897"/>
                        <a:pt x="7599" y="3800"/>
                      </a:cubicBezTo>
                      <a:cubicBezTo>
                        <a:pt x="7599" y="1703"/>
                        <a:pt x="5897" y="0"/>
                        <a:pt x="38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43"/>
                <p:cNvSpPr/>
                <p:nvPr/>
              </p:nvSpPr>
              <p:spPr>
                <a:xfrm>
                  <a:off x="6017594" y="2275637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85" name="Google Shape;2585;p43"/>
            <p:cNvGrpSpPr/>
            <p:nvPr/>
          </p:nvGrpSpPr>
          <p:grpSpPr>
            <a:xfrm>
              <a:off x="6007427" y="2713725"/>
              <a:ext cx="2526166" cy="254700"/>
              <a:chOff x="6007427" y="2713725"/>
              <a:chExt cx="2526166" cy="254700"/>
            </a:xfrm>
          </p:grpSpPr>
          <p:sp>
            <p:nvSpPr>
              <p:cNvPr id="2586" name="Google Shape;2586;p43"/>
              <p:cNvSpPr txBox="1"/>
              <p:nvPr/>
            </p:nvSpPr>
            <p:spPr>
              <a:xfrm>
                <a:off x="6307893" y="2713725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Tolerante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87" name="Google Shape;2587;p43"/>
              <p:cNvGrpSpPr/>
              <p:nvPr/>
            </p:nvGrpSpPr>
            <p:grpSpPr>
              <a:xfrm>
                <a:off x="6007427" y="2725612"/>
                <a:ext cx="230926" cy="230926"/>
                <a:chOff x="5988371" y="2242224"/>
                <a:chExt cx="230926" cy="230926"/>
              </a:xfrm>
            </p:grpSpPr>
            <p:sp>
              <p:nvSpPr>
                <p:cNvPr id="2588" name="Google Shape;2588;p43"/>
                <p:cNvSpPr/>
                <p:nvPr/>
              </p:nvSpPr>
              <p:spPr>
                <a:xfrm>
                  <a:off x="5988371" y="2242224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0"/>
                      </a:moveTo>
                      <a:cubicBezTo>
                        <a:pt x="1702" y="0"/>
                        <a:pt x="0" y="1703"/>
                        <a:pt x="0" y="3800"/>
                      </a:cubicBezTo>
                      <a:cubicBezTo>
                        <a:pt x="0" y="5897"/>
                        <a:pt x="1702" y="7599"/>
                        <a:pt x="3800" y="7599"/>
                      </a:cubicBezTo>
                      <a:cubicBezTo>
                        <a:pt x="5897" y="7599"/>
                        <a:pt x="7599" y="5897"/>
                        <a:pt x="7599" y="3800"/>
                      </a:cubicBezTo>
                      <a:cubicBezTo>
                        <a:pt x="7599" y="1703"/>
                        <a:pt x="5897" y="0"/>
                        <a:pt x="38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43"/>
                <p:cNvSpPr/>
                <p:nvPr/>
              </p:nvSpPr>
              <p:spPr>
                <a:xfrm>
                  <a:off x="6017594" y="2275637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590" name="Google Shape;2590;p43"/>
          <p:cNvSpPr txBox="1"/>
          <p:nvPr/>
        </p:nvSpPr>
        <p:spPr>
          <a:xfrm>
            <a:off x="717457" y="1095850"/>
            <a:ext cx="23574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Información</a:t>
            </a:r>
            <a:r>
              <a:rPr lang="en"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personal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1" name="Google Shape;2591;p43"/>
          <p:cNvSpPr txBox="1"/>
          <p:nvPr/>
        </p:nvSpPr>
        <p:spPr>
          <a:xfrm>
            <a:off x="717457" y="1861463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Estudios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2" name="Google Shape;2592;p43"/>
          <p:cNvSpPr txBox="1"/>
          <p:nvPr/>
        </p:nvSpPr>
        <p:spPr>
          <a:xfrm>
            <a:off x="717457" y="1572606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Edad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3" name="Google Shape;2593;p43"/>
          <p:cNvSpPr txBox="1"/>
          <p:nvPr/>
        </p:nvSpPr>
        <p:spPr>
          <a:xfrm>
            <a:off x="717457" y="2439178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Salario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4" name="Google Shape;2594;p43"/>
          <p:cNvSpPr txBox="1"/>
          <p:nvPr/>
        </p:nvSpPr>
        <p:spPr>
          <a:xfrm>
            <a:off x="717457" y="2150321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Experience</a:t>
            </a:r>
            <a:endParaRPr sz="160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5" name="Google Shape;2595;p43"/>
          <p:cNvSpPr txBox="1"/>
          <p:nvPr/>
        </p:nvSpPr>
        <p:spPr>
          <a:xfrm>
            <a:off x="1729259" y="1861463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Profesional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6" name="Google Shape;2596;p43"/>
          <p:cNvSpPr txBox="1"/>
          <p:nvPr/>
        </p:nvSpPr>
        <p:spPr>
          <a:xfrm>
            <a:off x="1729259" y="1572606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/>
              <a:t>52 años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43"/>
          <p:cNvSpPr txBox="1"/>
          <p:nvPr/>
        </p:nvSpPr>
        <p:spPr>
          <a:xfrm>
            <a:off x="1489050" y="2446946"/>
            <a:ext cx="1562581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tre 2 y 3 SMMLV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8" name="Google Shape;2598;p43"/>
          <p:cNvSpPr txBox="1"/>
          <p:nvPr/>
        </p:nvSpPr>
        <p:spPr>
          <a:xfrm>
            <a:off x="1729259" y="2150321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Jubilada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9" name="Google Shape;2599;p43"/>
          <p:cNvSpPr txBox="1"/>
          <p:nvPr/>
        </p:nvSpPr>
        <p:spPr>
          <a:xfrm>
            <a:off x="717457" y="2728035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0" name="Google Shape;2600;p43"/>
          <p:cNvSpPr txBox="1"/>
          <p:nvPr/>
        </p:nvSpPr>
        <p:spPr>
          <a:xfrm>
            <a:off x="1729259" y="2728035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Cali, zona 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norte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43"/>
          <p:cNvSpPr txBox="1"/>
          <p:nvPr/>
        </p:nvSpPr>
        <p:spPr>
          <a:xfrm>
            <a:off x="717457" y="3057527"/>
            <a:ext cx="23592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Información</a:t>
            </a:r>
            <a:r>
              <a:rPr lang="en"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básica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2" name="Google Shape;2602;p43"/>
          <p:cNvSpPr txBox="1"/>
          <p:nvPr/>
        </p:nvSpPr>
        <p:spPr>
          <a:xfrm>
            <a:off x="2141548" y="3747475"/>
            <a:ext cx="752572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60 %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03" name="Google Shape;2603;p43"/>
          <p:cNvGrpSpPr/>
          <p:nvPr/>
        </p:nvGrpSpPr>
        <p:grpSpPr>
          <a:xfrm>
            <a:off x="797558" y="3825181"/>
            <a:ext cx="1344000" cy="99300"/>
            <a:chOff x="1361985" y="3785931"/>
            <a:chExt cx="1344000" cy="99300"/>
          </a:xfrm>
        </p:grpSpPr>
        <p:sp>
          <p:nvSpPr>
            <p:cNvPr id="2604" name="Google Shape;2604;p43"/>
            <p:cNvSpPr/>
            <p:nvPr/>
          </p:nvSpPr>
          <p:spPr>
            <a:xfrm>
              <a:off x="13619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3"/>
            <p:cNvSpPr/>
            <p:nvPr/>
          </p:nvSpPr>
          <p:spPr>
            <a:xfrm>
              <a:off x="15002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3"/>
            <p:cNvSpPr/>
            <p:nvPr/>
          </p:nvSpPr>
          <p:spPr>
            <a:xfrm>
              <a:off x="16385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3"/>
            <p:cNvSpPr/>
            <p:nvPr/>
          </p:nvSpPr>
          <p:spPr>
            <a:xfrm>
              <a:off x="17768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3"/>
            <p:cNvSpPr/>
            <p:nvPr/>
          </p:nvSpPr>
          <p:spPr>
            <a:xfrm>
              <a:off x="19151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3"/>
            <p:cNvSpPr/>
            <p:nvPr/>
          </p:nvSpPr>
          <p:spPr>
            <a:xfrm>
              <a:off x="20534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3"/>
            <p:cNvSpPr/>
            <p:nvPr/>
          </p:nvSpPr>
          <p:spPr>
            <a:xfrm>
              <a:off x="21917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3"/>
            <p:cNvSpPr/>
            <p:nvPr/>
          </p:nvSpPr>
          <p:spPr>
            <a:xfrm>
              <a:off x="23300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3"/>
            <p:cNvSpPr/>
            <p:nvPr/>
          </p:nvSpPr>
          <p:spPr>
            <a:xfrm>
              <a:off x="24683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3"/>
            <p:cNvSpPr/>
            <p:nvPr/>
          </p:nvSpPr>
          <p:spPr>
            <a:xfrm>
              <a:off x="26066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4" name="Google Shape;2614;p43"/>
          <p:cNvGrpSpPr/>
          <p:nvPr/>
        </p:nvGrpSpPr>
        <p:grpSpPr>
          <a:xfrm>
            <a:off x="797550" y="4322538"/>
            <a:ext cx="1344000" cy="99300"/>
            <a:chOff x="1364002" y="4274913"/>
            <a:chExt cx="1344000" cy="99300"/>
          </a:xfrm>
        </p:grpSpPr>
        <p:sp>
          <p:nvSpPr>
            <p:cNvPr id="2615" name="Google Shape;2615;p43"/>
            <p:cNvSpPr/>
            <p:nvPr/>
          </p:nvSpPr>
          <p:spPr>
            <a:xfrm>
              <a:off x="13640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3"/>
            <p:cNvSpPr/>
            <p:nvPr/>
          </p:nvSpPr>
          <p:spPr>
            <a:xfrm>
              <a:off x="15023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3"/>
            <p:cNvSpPr/>
            <p:nvPr/>
          </p:nvSpPr>
          <p:spPr>
            <a:xfrm>
              <a:off x="16406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3"/>
            <p:cNvSpPr/>
            <p:nvPr/>
          </p:nvSpPr>
          <p:spPr>
            <a:xfrm>
              <a:off x="17789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3"/>
            <p:cNvSpPr/>
            <p:nvPr/>
          </p:nvSpPr>
          <p:spPr>
            <a:xfrm>
              <a:off x="19172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3"/>
            <p:cNvSpPr/>
            <p:nvPr/>
          </p:nvSpPr>
          <p:spPr>
            <a:xfrm>
              <a:off x="20555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3"/>
            <p:cNvSpPr/>
            <p:nvPr/>
          </p:nvSpPr>
          <p:spPr>
            <a:xfrm>
              <a:off x="21938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3"/>
            <p:cNvSpPr/>
            <p:nvPr/>
          </p:nvSpPr>
          <p:spPr>
            <a:xfrm>
              <a:off x="23321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3"/>
            <p:cNvSpPr/>
            <p:nvPr/>
          </p:nvSpPr>
          <p:spPr>
            <a:xfrm>
              <a:off x="24704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43"/>
            <p:cNvSpPr/>
            <p:nvPr/>
          </p:nvSpPr>
          <p:spPr>
            <a:xfrm>
              <a:off x="26087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5" name="Google Shape;2625;p43"/>
          <p:cNvSpPr txBox="1"/>
          <p:nvPr/>
        </p:nvSpPr>
        <p:spPr>
          <a:xfrm>
            <a:off x="721349" y="3489613"/>
            <a:ext cx="23592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Roboto"/>
                <a:ea typeface="Roboto"/>
                <a:cs typeface="Roboto"/>
                <a:sym typeface="Roboto"/>
              </a:rPr>
              <a:t>Decisión para comprar o invertir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6" name="Google Shape;2626;p43"/>
          <p:cNvSpPr txBox="1"/>
          <p:nvPr/>
        </p:nvSpPr>
        <p:spPr>
          <a:xfrm>
            <a:off x="721350" y="3979725"/>
            <a:ext cx="1764398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Aprendizaje continuo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7" name="Google Shape;2627;p43"/>
          <p:cNvSpPr txBox="1"/>
          <p:nvPr/>
        </p:nvSpPr>
        <p:spPr>
          <a:xfrm>
            <a:off x="2141548" y="4244850"/>
            <a:ext cx="5835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80%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A81C6B-4E8C-80AE-4340-533B953D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40" y="1549328"/>
            <a:ext cx="2615656" cy="2034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Google Shape;2618;p43">
            <a:extLst>
              <a:ext uri="{FF2B5EF4-FFF2-40B4-BE49-F238E27FC236}">
                <a16:creationId xmlns:a16="http://schemas.microsoft.com/office/drawing/2014/main" id="{C7492229-4BAF-485F-6E7E-27C3F6227643}"/>
              </a:ext>
            </a:extLst>
          </p:cNvPr>
          <p:cNvSpPr/>
          <p:nvPr/>
        </p:nvSpPr>
        <p:spPr>
          <a:xfrm>
            <a:off x="1351872" y="4324012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618;p43">
            <a:extLst>
              <a:ext uri="{FF2B5EF4-FFF2-40B4-BE49-F238E27FC236}">
                <a16:creationId xmlns:a16="http://schemas.microsoft.com/office/drawing/2014/main" id="{4761B025-D1C1-DFAC-D8F8-4325EAC20F58}"/>
              </a:ext>
            </a:extLst>
          </p:cNvPr>
          <p:cNvSpPr/>
          <p:nvPr/>
        </p:nvSpPr>
        <p:spPr>
          <a:xfrm>
            <a:off x="1486516" y="4326164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618;p43">
            <a:extLst>
              <a:ext uri="{FF2B5EF4-FFF2-40B4-BE49-F238E27FC236}">
                <a16:creationId xmlns:a16="http://schemas.microsoft.com/office/drawing/2014/main" id="{2470B492-49C0-76C1-651B-E7DF7C7C82EB}"/>
              </a:ext>
            </a:extLst>
          </p:cNvPr>
          <p:cNvSpPr/>
          <p:nvPr/>
        </p:nvSpPr>
        <p:spPr>
          <a:xfrm>
            <a:off x="1614230" y="4326164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18;p43">
            <a:extLst>
              <a:ext uri="{FF2B5EF4-FFF2-40B4-BE49-F238E27FC236}">
                <a16:creationId xmlns:a16="http://schemas.microsoft.com/office/drawing/2014/main" id="{F1A2D298-EBFD-8C1D-D6FE-8B02626168D1}"/>
              </a:ext>
            </a:extLst>
          </p:cNvPr>
          <p:cNvSpPr/>
          <p:nvPr/>
        </p:nvSpPr>
        <p:spPr>
          <a:xfrm>
            <a:off x="1761914" y="4324021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9C4ADB66-902B-C7F6-5288-BF641BFE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>
            <a:extLst>
              <a:ext uri="{FF2B5EF4-FFF2-40B4-BE49-F238E27FC236}">
                <a16:creationId xmlns:a16="http://schemas.microsoft.com/office/drawing/2014/main" id="{F0B867AB-8C49-7DC0-D0BA-A6CAB664A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 Alexis Vitalis</a:t>
            </a:r>
            <a:endParaRPr dirty="0"/>
          </a:p>
        </p:txBody>
      </p:sp>
      <p:sp>
        <p:nvSpPr>
          <p:cNvPr id="1648" name="Google Shape;1648;p35">
            <a:extLst>
              <a:ext uri="{FF2B5EF4-FFF2-40B4-BE49-F238E27FC236}">
                <a16:creationId xmlns:a16="http://schemas.microsoft.com/office/drawing/2014/main" id="{D3371A46-1E39-835B-F2F7-04C4885C8B3B}"/>
              </a:ext>
            </a:extLst>
          </p:cNvPr>
          <p:cNvSpPr/>
          <p:nvPr/>
        </p:nvSpPr>
        <p:spPr>
          <a:xfrm>
            <a:off x="492313" y="981425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>
            <a:extLst>
              <a:ext uri="{FF2B5EF4-FFF2-40B4-BE49-F238E27FC236}">
                <a16:creationId xmlns:a16="http://schemas.microsoft.com/office/drawing/2014/main" id="{7D29A005-C35B-404B-2550-BF30F4079B9C}"/>
              </a:ext>
            </a:extLst>
          </p:cNvPr>
          <p:cNvGrpSpPr/>
          <p:nvPr/>
        </p:nvGrpSpPr>
        <p:grpSpPr>
          <a:xfrm>
            <a:off x="582235" y="1074122"/>
            <a:ext cx="2741854" cy="2396994"/>
            <a:chOff x="562747" y="1074122"/>
            <a:chExt cx="2741854" cy="2396994"/>
          </a:xfrm>
        </p:grpSpPr>
        <p:sp>
          <p:nvSpPr>
            <p:cNvPr id="1650" name="Google Shape;1650;p35">
              <a:extLst>
                <a:ext uri="{FF2B5EF4-FFF2-40B4-BE49-F238E27FC236}">
                  <a16:creationId xmlns:a16="http://schemas.microsoft.com/office/drawing/2014/main" id="{1224CDA2-6F7E-6C89-051D-EDC745ED0FEB}"/>
                </a:ext>
              </a:extLst>
            </p:cNvPr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>
              <a:extLst>
                <a:ext uri="{FF2B5EF4-FFF2-40B4-BE49-F238E27FC236}">
                  <a16:creationId xmlns:a16="http://schemas.microsoft.com/office/drawing/2014/main" id="{9121FE8F-EB07-650D-5EA9-37C11DC44BB3}"/>
                </a:ext>
              </a:extLst>
            </p:cNvPr>
            <p:cNvSpPr txBox="1"/>
            <p:nvPr/>
          </p:nvSpPr>
          <p:spPr>
            <a:xfrm>
              <a:off x="562747" y="202046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Estudios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2" name="Google Shape;1652;p35">
              <a:extLst>
                <a:ext uri="{FF2B5EF4-FFF2-40B4-BE49-F238E27FC236}">
                  <a16:creationId xmlns:a16="http://schemas.microsoft.com/office/drawing/2014/main" id="{48C266DB-F245-C3EE-6EC3-ABD8E188359D}"/>
                </a:ext>
              </a:extLst>
            </p:cNvPr>
            <p:cNvSpPr txBox="1"/>
            <p:nvPr/>
          </p:nvSpPr>
          <p:spPr>
            <a:xfrm>
              <a:off x="562747" y="174033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Genero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>
              <a:extLst>
                <a:ext uri="{FF2B5EF4-FFF2-40B4-BE49-F238E27FC236}">
                  <a16:creationId xmlns:a16="http://schemas.microsoft.com/office/drawing/2014/main" id="{3B2756B5-7349-0BBF-3294-3727BCD0894F}"/>
                </a:ext>
              </a:extLst>
            </p:cNvPr>
            <p:cNvSpPr txBox="1"/>
            <p:nvPr/>
          </p:nvSpPr>
          <p:spPr>
            <a:xfrm>
              <a:off x="562747" y="14602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Edad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>
              <a:extLst>
                <a:ext uri="{FF2B5EF4-FFF2-40B4-BE49-F238E27FC236}">
                  <a16:creationId xmlns:a16="http://schemas.microsoft.com/office/drawing/2014/main" id="{3811DC15-5AB8-F3F4-49CB-E97ABF6DDA5D}"/>
                </a:ext>
              </a:extLst>
            </p:cNvPr>
            <p:cNvSpPr txBox="1"/>
            <p:nvPr/>
          </p:nvSpPr>
          <p:spPr>
            <a:xfrm>
              <a:off x="571403" y="25807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Salario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5" name="Google Shape;1655;p35">
              <a:extLst>
                <a:ext uri="{FF2B5EF4-FFF2-40B4-BE49-F238E27FC236}">
                  <a16:creationId xmlns:a16="http://schemas.microsoft.com/office/drawing/2014/main" id="{B5A5A7E9-6B10-6504-CE4C-EE77BD55D621}"/>
                </a:ext>
              </a:extLst>
            </p:cNvPr>
            <p:cNvSpPr txBox="1"/>
            <p:nvPr/>
          </p:nvSpPr>
          <p:spPr>
            <a:xfrm>
              <a:off x="571403" y="230058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Empleo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>
              <a:extLst>
                <a:ext uri="{FF2B5EF4-FFF2-40B4-BE49-F238E27FC236}">
                  <a16:creationId xmlns:a16="http://schemas.microsoft.com/office/drawing/2014/main" id="{8BA821AB-C0E8-1046-9151-42E9888F2591}"/>
                </a:ext>
              </a:extLst>
            </p:cNvPr>
            <p:cNvSpPr txBox="1"/>
            <p:nvPr/>
          </p:nvSpPr>
          <p:spPr>
            <a:xfrm>
              <a:off x="1232486" y="2002850"/>
              <a:ext cx="177761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Profesional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h</a:t>
              </a:r>
              <a:r>
                <a:rPr lang="es-CO" sz="1200" dirty="0"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giene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oral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35">
              <a:extLst>
                <a:ext uri="{FF2B5EF4-FFF2-40B4-BE49-F238E27FC236}">
                  <a16:creationId xmlns:a16="http://schemas.microsoft.com/office/drawing/2014/main" id="{AF4D4FA1-BA94-34EB-97E1-8B0CBD14F5E4}"/>
                </a:ext>
              </a:extLst>
            </p:cNvPr>
            <p:cNvSpPr txBox="1"/>
            <p:nvPr/>
          </p:nvSpPr>
          <p:spPr>
            <a:xfrm>
              <a:off x="1658569" y="1722910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Masculino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>
              <a:extLst>
                <a:ext uri="{FF2B5EF4-FFF2-40B4-BE49-F238E27FC236}">
                  <a16:creationId xmlns:a16="http://schemas.microsoft.com/office/drawing/2014/main" id="{B6BA986C-AA41-B5CA-6C15-207C79A50F04}"/>
                </a:ext>
              </a:extLst>
            </p:cNvPr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37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>
              <a:extLst>
                <a:ext uri="{FF2B5EF4-FFF2-40B4-BE49-F238E27FC236}">
                  <a16:creationId xmlns:a16="http://schemas.microsoft.com/office/drawing/2014/main" id="{3DCC2A7E-0610-7E0B-6789-0EF0EE0D60C6}"/>
                </a:ext>
              </a:extLst>
            </p:cNvPr>
            <p:cNvSpPr txBox="1"/>
            <p:nvPr/>
          </p:nvSpPr>
          <p:spPr>
            <a:xfrm>
              <a:off x="1167834" y="2607474"/>
              <a:ext cx="213676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$ 4.000.000 – $ 6.000.000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>
              <a:extLst>
                <a:ext uri="{FF2B5EF4-FFF2-40B4-BE49-F238E27FC236}">
                  <a16:creationId xmlns:a16="http://schemas.microsoft.com/office/drawing/2014/main" id="{58DBD210-6370-CA06-82FA-9E661FB62BB5}"/>
                </a:ext>
              </a:extLst>
            </p:cNvPr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>
            <a:extLst>
              <a:ext uri="{FF2B5EF4-FFF2-40B4-BE49-F238E27FC236}">
                <a16:creationId xmlns:a16="http://schemas.microsoft.com/office/drawing/2014/main" id="{CF5ABA7B-F498-FB1F-91B5-8322EC9749FA}"/>
              </a:ext>
            </a:extLst>
          </p:cNvPr>
          <p:cNvGrpSpPr/>
          <p:nvPr/>
        </p:nvGrpSpPr>
        <p:grpSpPr>
          <a:xfrm>
            <a:off x="633103" y="3356803"/>
            <a:ext cx="2376986" cy="1127325"/>
            <a:chOff x="613915" y="3356803"/>
            <a:chExt cx="2376986" cy="1127325"/>
          </a:xfrm>
        </p:grpSpPr>
        <p:sp>
          <p:nvSpPr>
            <p:cNvPr id="1662" name="Google Shape;1662;p35">
              <a:extLst>
                <a:ext uri="{FF2B5EF4-FFF2-40B4-BE49-F238E27FC236}">
                  <a16:creationId xmlns:a16="http://schemas.microsoft.com/office/drawing/2014/main" id="{A1D3F67D-7B44-1094-8526-A8E599476DB1}"/>
                </a:ext>
              </a:extLst>
            </p:cNvPr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>
              <a:extLst>
                <a:ext uri="{FF2B5EF4-FFF2-40B4-BE49-F238E27FC236}">
                  <a16:creationId xmlns:a16="http://schemas.microsoft.com/office/drawing/2014/main" id="{0B0ECBB9-375C-CF4D-A8DC-46BB7F953E3B}"/>
                </a:ext>
              </a:extLst>
            </p:cNvPr>
            <p:cNvGrpSpPr/>
            <p:nvPr/>
          </p:nvGrpSpPr>
          <p:grpSpPr>
            <a:xfrm>
              <a:off x="613915" y="3871935"/>
              <a:ext cx="2376986" cy="612193"/>
              <a:chOff x="615934" y="3871935"/>
              <a:chExt cx="2376986" cy="612193"/>
            </a:xfrm>
          </p:grpSpPr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3C86E4F1-E3E6-3541-019A-4DEA3A7F4C71}"/>
                  </a:ext>
                </a:extLst>
              </p:cNvPr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Diligente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CCD8AFE2-F092-92AE-4C5A-3FDEFA0734B0}"/>
                  </a:ext>
                </a:extLst>
              </p:cNvPr>
              <p:cNvSpPr txBox="1"/>
              <p:nvPr/>
            </p:nvSpPr>
            <p:spPr>
              <a:xfrm>
                <a:off x="202142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Estética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1A37BB6E-B2FD-E348-7DB1-985350FEEE40}"/>
                  </a:ext>
                </a:extLst>
              </p:cNvPr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Organizado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BC811CDE-0105-90CA-863E-CE33DB7C4324}"/>
                  </a:ext>
                </a:extLst>
              </p:cNvPr>
              <p:cNvSpPr txBox="1"/>
              <p:nvPr/>
            </p:nvSpPr>
            <p:spPr>
              <a:xfrm flipH="1">
                <a:off x="61593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Enfoque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al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detalle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>
            <a:extLst>
              <a:ext uri="{FF2B5EF4-FFF2-40B4-BE49-F238E27FC236}">
                <a16:creationId xmlns:a16="http://schemas.microsoft.com/office/drawing/2014/main" id="{33501AC6-FECD-70BB-6CEF-4952471ECEAA}"/>
              </a:ext>
            </a:extLst>
          </p:cNvPr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>
            <a:extLst>
              <a:ext uri="{FF2B5EF4-FFF2-40B4-BE49-F238E27FC236}">
                <a16:creationId xmlns:a16="http://schemas.microsoft.com/office/drawing/2014/main" id="{A995E3A5-3B23-9B1D-835E-C5E8071AB475}"/>
              </a:ext>
            </a:extLst>
          </p:cNvPr>
          <p:cNvGrpSpPr/>
          <p:nvPr/>
        </p:nvGrpSpPr>
        <p:grpSpPr>
          <a:xfrm>
            <a:off x="6232631" y="3428203"/>
            <a:ext cx="2392090" cy="1074846"/>
            <a:chOff x="6175200" y="3428203"/>
            <a:chExt cx="2392090" cy="1074846"/>
          </a:xfrm>
        </p:grpSpPr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E6911401-743F-B1B0-767E-3930477C9754}"/>
                </a:ext>
              </a:extLst>
            </p:cNvPr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FE523EE0-77BA-5CBF-3B15-7487F3B9C45D}"/>
                </a:ext>
              </a:extLst>
            </p:cNvPr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A9C0F26F-7F93-7E2B-2E5F-3A9FB3F0CCED}"/>
                </a:ext>
              </a:extLst>
            </p:cNvPr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CC611035-0532-81E4-5030-33C0FA2C761F}"/>
                </a:ext>
              </a:extLst>
            </p:cNvPr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46E44EA5-E8BF-8D98-F40E-F2C9C43B4D99}"/>
                </a:ext>
              </a:extLst>
            </p:cNvPr>
            <p:cNvSpPr txBox="1"/>
            <p:nvPr/>
          </p:nvSpPr>
          <p:spPr>
            <a:xfrm>
              <a:off x="6175200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Arte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4057A76E-FC70-83F1-B5B5-E5420C0D91B8}"/>
                </a:ext>
              </a:extLst>
            </p:cNvPr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Trabajo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C37999B9-9B8F-5EC5-815D-408BD3CBA154}"/>
                </a:ext>
              </a:extLst>
            </p:cNvPr>
            <p:cNvSpPr txBox="1"/>
            <p:nvPr/>
          </p:nvSpPr>
          <p:spPr>
            <a:xfrm>
              <a:off x="7713790" y="4302625"/>
              <a:ext cx="853500" cy="200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Compras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DD591324-68C3-C3D8-C052-213AB533AE75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7CEAD527-4666-807C-6AD8-AE46F79B4E5C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1656626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94BACFA5-8522-CEEF-B577-F45FCF4D9EED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6D15B3CB-C34E-5DF3-E520-F8C3F8F04E40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21466370"/>
                <a:gd name="adj2" fmla="val 6044034"/>
                <a:gd name="adj3" fmla="val 11499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76202AD8-33DD-F63E-5874-56B801B3D748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02AD955C-8E12-F53C-5588-6BBE6BEEAE16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5418514"/>
                <a:gd name="adj2" fmla="val 5358042"/>
                <a:gd name="adj3" fmla="val 9102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>
            <a:extLst>
              <a:ext uri="{FF2B5EF4-FFF2-40B4-BE49-F238E27FC236}">
                <a16:creationId xmlns:a16="http://schemas.microsoft.com/office/drawing/2014/main" id="{F8FC6945-CBD2-10D1-0641-016A2E03DD64}"/>
              </a:ext>
            </a:extLst>
          </p:cNvPr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6995EED3-47B4-899D-1676-A9184CACB09D}"/>
                </a:ext>
              </a:extLst>
            </p:cNvPr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FF080597-1CF3-C2EA-FE5E-A69F9806FB51}"/>
                </a:ext>
              </a:extLst>
            </p:cNvPr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BD4F0BC2-9E93-E9EE-BD2E-CE98C33BA56C}"/>
                </a:ext>
              </a:extLst>
            </p:cNvPr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>
              <a:extLst>
                <a:ext uri="{FF2B5EF4-FFF2-40B4-BE49-F238E27FC236}">
                  <a16:creationId xmlns:a16="http://schemas.microsoft.com/office/drawing/2014/main" id="{BB6427D1-654D-D590-FA22-D31B79E7BA82}"/>
                </a:ext>
              </a:extLst>
            </p:cNvPr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>
                <a:extLst>
                  <a:ext uri="{FF2B5EF4-FFF2-40B4-BE49-F238E27FC236}">
                    <a16:creationId xmlns:a16="http://schemas.microsoft.com/office/drawing/2014/main" id="{1FBFA12F-C185-7275-6414-C897C0D30BAE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>
                <a:extLst>
                  <a:ext uri="{FF2B5EF4-FFF2-40B4-BE49-F238E27FC236}">
                    <a16:creationId xmlns:a16="http://schemas.microsoft.com/office/drawing/2014/main" id="{DE4A2286-0B76-4CDD-5905-0EE865F2A14D}"/>
                  </a:ext>
                </a:extLst>
              </p:cNvPr>
              <p:cNvSpPr/>
              <p:nvPr/>
            </p:nvSpPr>
            <p:spPr>
              <a:xfrm>
                <a:off x="4600429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E1ABEE19-2ED3-2C6C-8D50-B3170943C739}"/>
                </a:ext>
              </a:extLst>
            </p:cNvPr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FA3F5A84-10EB-36D7-489D-E11B29B754FF}"/>
                </a:ext>
              </a:extLst>
            </p:cNvPr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>
              <a:extLst>
                <a:ext uri="{FF2B5EF4-FFF2-40B4-BE49-F238E27FC236}">
                  <a16:creationId xmlns:a16="http://schemas.microsoft.com/office/drawing/2014/main" id="{94B71FBF-F178-8F27-8E06-2DA45666BAF8}"/>
                </a:ext>
              </a:extLst>
            </p:cNvPr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>
                <a:extLst>
                  <a:ext uri="{FF2B5EF4-FFF2-40B4-BE49-F238E27FC236}">
                    <a16:creationId xmlns:a16="http://schemas.microsoft.com/office/drawing/2014/main" id="{0FDA6AD3-6054-D65B-9AED-8D35C88AE8A0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>
                <a:extLst>
                  <a:ext uri="{FF2B5EF4-FFF2-40B4-BE49-F238E27FC236}">
                    <a16:creationId xmlns:a16="http://schemas.microsoft.com/office/drawing/2014/main" id="{1AE170E4-A29F-696C-3E6F-510C603E8378}"/>
                  </a:ext>
                </a:extLst>
              </p:cNvPr>
              <p:cNvSpPr/>
              <p:nvPr/>
            </p:nvSpPr>
            <p:spPr>
              <a:xfrm>
                <a:off x="3874905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E96874ED-AE73-EF93-C864-7F4DD129585F}"/>
                </a:ext>
              </a:extLst>
            </p:cNvPr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01717BB3-402A-AA55-2E60-342A7299E73A}"/>
                </a:ext>
              </a:extLst>
            </p:cNvPr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>
              <a:extLst>
                <a:ext uri="{FF2B5EF4-FFF2-40B4-BE49-F238E27FC236}">
                  <a16:creationId xmlns:a16="http://schemas.microsoft.com/office/drawing/2014/main" id="{3A403B4D-89D7-DB95-BA21-BF584F425D1F}"/>
                </a:ext>
              </a:extLst>
            </p:cNvPr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>
                <a:extLst>
                  <a:ext uri="{FF2B5EF4-FFF2-40B4-BE49-F238E27FC236}">
                    <a16:creationId xmlns:a16="http://schemas.microsoft.com/office/drawing/2014/main" id="{3E6F7FFC-ED6F-F0CA-1E81-E76B7E2D433E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>
                <a:extLst>
                  <a:ext uri="{FF2B5EF4-FFF2-40B4-BE49-F238E27FC236}">
                    <a16:creationId xmlns:a16="http://schemas.microsoft.com/office/drawing/2014/main" id="{07751CF5-A7CE-194D-CF0A-423F97B8E8D0}"/>
                  </a:ext>
                </a:extLst>
              </p:cNvPr>
              <p:cNvSpPr/>
              <p:nvPr/>
            </p:nvSpPr>
            <p:spPr>
              <a:xfrm>
                <a:off x="4165206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1656;p35">
            <a:extLst>
              <a:ext uri="{FF2B5EF4-FFF2-40B4-BE49-F238E27FC236}">
                <a16:creationId xmlns:a16="http://schemas.microsoft.com/office/drawing/2014/main" id="{7D0C0CE1-4F22-E78F-27E8-A61C34FFBBF7}"/>
              </a:ext>
            </a:extLst>
          </p:cNvPr>
          <p:cNvSpPr txBox="1"/>
          <p:nvPr/>
        </p:nvSpPr>
        <p:spPr>
          <a:xfrm>
            <a:off x="1320800" y="2295263"/>
            <a:ext cx="1710863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latin typeface="Roboto"/>
                <a:ea typeface="Roboto"/>
                <a:cs typeface="Roboto"/>
                <a:sym typeface="Roboto"/>
              </a:rPr>
              <a:t>Consultorio privado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53EA6249-8AD5-CD96-E96B-56B6E86EEBCA}"/>
              </a:ext>
            </a:extLst>
          </p:cNvPr>
          <p:cNvSpPr txBox="1"/>
          <p:nvPr/>
        </p:nvSpPr>
        <p:spPr>
          <a:xfrm>
            <a:off x="580556" y="2936353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632D7776-1E91-A363-A329-A2750C792FA2}"/>
              </a:ext>
            </a:extLst>
          </p:cNvPr>
          <p:cNvSpPr txBox="1"/>
          <p:nvPr/>
        </p:nvSpPr>
        <p:spPr>
          <a:xfrm>
            <a:off x="1501244" y="2953111"/>
            <a:ext cx="1606169" cy="3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Caldas, </a:t>
            </a:r>
            <a:r>
              <a:rPr lang="en" sz="1200" dirty="0" err="1">
                <a:latin typeface="Roboto"/>
                <a:ea typeface="Roboto"/>
                <a:cs typeface="Roboto"/>
                <a:sym typeface="Roboto"/>
              </a:rPr>
              <a:t>supía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034C25-6534-9069-8BE8-A9A24FED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9286" y="1570319"/>
            <a:ext cx="2723894" cy="21185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54951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3">
          <a:extLst>
            <a:ext uri="{FF2B5EF4-FFF2-40B4-BE49-F238E27FC236}">
              <a16:creationId xmlns:a16="http://schemas.microsoft.com/office/drawing/2014/main" id="{C5E16C4A-CD76-39C0-1FAD-3242FDDA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43">
            <a:extLst>
              <a:ext uri="{FF2B5EF4-FFF2-40B4-BE49-F238E27FC236}">
                <a16:creationId xmlns:a16="http://schemas.microsoft.com/office/drawing/2014/main" id="{14FBE733-EF64-195D-8B39-BC5CF2B38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Carolina </a:t>
            </a:r>
            <a:r>
              <a:rPr lang="en" dirty="0" err="1"/>
              <a:t>corporativa</a:t>
            </a:r>
            <a:endParaRPr dirty="0"/>
          </a:p>
        </p:txBody>
      </p:sp>
      <p:sp>
        <p:nvSpPr>
          <p:cNvPr id="2485" name="Google Shape;2485;p43">
            <a:extLst>
              <a:ext uri="{FF2B5EF4-FFF2-40B4-BE49-F238E27FC236}">
                <a16:creationId xmlns:a16="http://schemas.microsoft.com/office/drawing/2014/main" id="{4AD71DE6-A8B8-3164-1646-D9FF0CCFF1B0}"/>
              </a:ext>
            </a:extLst>
          </p:cNvPr>
          <p:cNvSpPr/>
          <p:nvPr/>
        </p:nvSpPr>
        <p:spPr>
          <a:xfrm>
            <a:off x="478250" y="1019275"/>
            <a:ext cx="8227500" cy="37164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9DAF8">
                  <a:alpha val="23137"/>
                </a:srgbClr>
              </a:gs>
              <a:gs pos="100000">
                <a:srgbClr val="9FC5E8">
                  <a:alpha val="490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5" name="Google Shape;2555;p43">
            <a:extLst>
              <a:ext uri="{FF2B5EF4-FFF2-40B4-BE49-F238E27FC236}">
                <a16:creationId xmlns:a16="http://schemas.microsoft.com/office/drawing/2014/main" id="{79C4710B-A0E5-D83D-3310-5A11D4FBC15D}"/>
              </a:ext>
            </a:extLst>
          </p:cNvPr>
          <p:cNvGrpSpPr/>
          <p:nvPr/>
        </p:nvGrpSpPr>
        <p:grpSpPr>
          <a:xfrm>
            <a:off x="4727785" y="1093827"/>
            <a:ext cx="3698758" cy="3388852"/>
            <a:chOff x="4834835" y="1093827"/>
            <a:chExt cx="3698758" cy="3388852"/>
          </a:xfrm>
        </p:grpSpPr>
        <p:sp>
          <p:nvSpPr>
            <p:cNvPr id="2556" name="Google Shape;2556;p43">
              <a:extLst>
                <a:ext uri="{FF2B5EF4-FFF2-40B4-BE49-F238E27FC236}">
                  <a16:creationId xmlns:a16="http://schemas.microsoft.com/office/drawing/2014/main" id="{1F5F0EF4-EA2B-A412-1A7D-517B971DA506}"/>
                </a:ext>
              </a:extLst>
            </p:cNvPr>
            <p:cNvSpPr txBox="1"/>
            <p:nvPr/>
          </p:nvSpPr>
          <p:spPr>
            <a:xfrm>
              <a:off x="6041260" y="3032327"/>
              <a:ext cx="2458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251F5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57" name="Google Shape;2557;p43">
              <a:extLst>
                <a:ext uri="{FF2B5EF4-FFF2-40B4-BE49-F238E27FC236}">
                  <a16:creationId xmlns:a16="http://schemas.microsoft.com/office/drawing/2014/main" id="{7CFC4EB3-FE57-D24F-10D6-61C49ECB1064}"/>
                </a:ext>
              </a:extLst>
            </p:cNvPr>
            <p:cNvGrpSpPr/>
            <p:nvPr/>
          </p:nvGrpSpPr>
          <p:grpSpPr>
            <a:xfrm>
              <a:off x="5958026" y="3451227"/>
              <a:ext cx="2560582" cy="254700"/>
              <a:chOff x="5948498" y="3451227"/>
              <a:chExt cx="2560582" cy="254700"/>
            </a:xfrm>
          </p:grpSpPr>
          <p:sp>
            <p:nvSpPr>
              <p:cNvPr id="2558" name="Google Shape;2558;p43">
                <a:extLst>
                  <a:ext uri="{FF2B5EF4-FFF2-40B4-BE49-F238E27FC236}">
                    <a16:creationId xmlns:a16="http://schemas.microsoft.com/office/drawing/2014/main" id="{268828C3-CB69-8151-0843-8F206AB5E70D}"/>
                  </a:ext>
                </a:extLst>
              </p:cNvPr>
              <p:cNvSpPr/>
              <p:nvPr/>
            </p:nvSpPr>
            <p:spPr>
              <a:xfrm rot="5400000">
                <a:off x="7549230" y="2698377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43">
                <a:extLst>
                  <a:ext uri="{FF2B5EF4-FFF2-40B4-BE49-F238E27FC236}">
                    <a16:creationId xmlns:a16="http://schemas.microsoft.com/office/drawing/2014/main" id="{061D00AC-E15B-8BCE-8E50-090CD08F013D}"/>
                  </a:ext>
                </a:extLst>
              </p:cNvPr>
              <p:cNvSpPr txBox="1"/>
              <p:nvPr/>
            </p:nvSpPr>
            <p:spPr>
              <a:xfrm>
                <a:off x="5948498" y="3451227"/>
                <a:ext cx="741186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Lectura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0" name="Google Shape;2560;p43">
                <a:extLst>
                  <a:ext uri="{FF2B5EF4-FFF2-40B4-BE49-F238E27FC236}">
                    <a16:creationId xmlns:a16="http://schemas.microsoft.com/office/drawing/2014/main" id="{2E4FC1A7-9E1B-2DE5-F52B-2802F0CBE45A}"/>
                  </a:ext>
                </a:extLst>
              </p:cNvPr>
              <p:cNvSpPr/>
              <p:nvPr/>
            </p:nvSpPr>
            <p:spPr>
              <a:xfrm rot="5400000">
                <a:off x="7368411" y="2879129"/>
                <a:ext cx="159300" cy="1398892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1" name="Google Shape;2561;p43">
              <a:extLst>
                <a:ext uri="{FF2B5EF4-FFF2-40B4-BE49-F238E27FC236}">
                  <a16:creationId xmlns:a16="http://schemas.microsoft.com/office/drawing/2014/main" id="{27036DBB-6257-B11C-626F-4B1DEF787F33}"/>
                </a:ext>
              </a:extLst>
            </p:cNvPr>
            <p:cNvGrpSpPr/>
            <p:nvPr/>
          </p:nvGrpSpPr>
          <p:grpSpPr>
            <a:xfrm>
              <a:off x="4834835" y="3839603"/>
              <a:ext cx="3683773" cy="254700"/>
              <a:chOff x="4825307" y="3839603"/>
              <a:chExt cx="3683773" cy="254700"/>
            </a:xfrm>
          </p:grpSpPr>
          <p:sp>
            <p:nvSpPr>
              <p:cNvPr id="2562" name="Google Shape;2562;p43">
                <a:extLst>
                  <a:ext uri="{FF2B5EF4-FFF2-40B4-BE49-F238E27FC236}">
                    <a16:creationId xmlns:a16="http://schemas.microsoft.com/office/drawing/2014/main" id="{A671A513-8E63-3376-5FF2-5E57B44B850C}"/>
                  </a:ext>
                </a:extLst>
              </p:cNvPr>
              <p:cNvSpPr/>
              <p:nvPr/>
            </p:nvSpPr>
            <p:spPr>
              <a:xfrm rot="5400000">
                <a:off x="7549230" y="3086753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43">
                <a:extLst>
                  <a:ext uri="{FF2B5EF4-FFF2-40B4-BE49-F238E27FC236}">
                    <a16:creationId xmlns:a16="http://schemas.microsoft.com/office/drawing/2014/main" id="{CD47D224-A6EC-9756-8341-AC2E62A29949}"/>
                  </a:ext>
                </a:extLst>
              </p:cNvPr>
              <p:cNvSpPr txBox="1"/>
              <p:nvPr/>
            </p:nvSpPr>
            <p:spPr>
              <a:xfrm>
                <a:off x="4825307" y="3839603"/>
                <a:ext cx="1938266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Actividades</a:t>
                </a:r>
                <a:r>
                  <a:rPr lang="en" sz="1200" dirty="0">
                    <a:latin typeface="Roboto"/>
                    <a:ea typeface="Roboto"/>
                    <a:cs typeface="Roboto"/>
                    <a:sym typeface="Roboto"/>
                  </a:rPr>
                  <a:t> de </a:t>
                </a: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bienestar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4" name="Google Shape;2564;p43">
                <a:extLst>
                  <a:ext uri="{FF2B5EF4-FFF2-40B4-BE49-F238E27FC236}">
                    <a16:creationId xmlns:a16="http://schemas.microsoft.com/office/drawing/2014/main" id="{6507B9F4-DDC9-E08E-31FA-1B561319A45E}"/>
                  </a:ext>
                </a:extLst>
              </p:cNvPr>
              <p:cNvSpPr/>
              <p:nvPr/>
            </p:nvSpPr>
            <p:spPr>
              <a:xfrm rot="5400000">
                <a:off x="7447543" y="3188480"/>
                <a:ext cx="159301" cy="1556939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5" name="Google Shape;2565;p43">
              <a:extLst>
                <a:ext uri="{FF2B5EF4-FFF2-40B4-BE49-F238E27FC236}">
                  <a16:creationId xmlns:a16="http://schemas.microsoft.com/office/drawing/2014/main" id="{845114DA-CED4-E70A-C69F-AA8F4523D214}"/>
                </a:ext>
              </a:extLst>
            </p:cNvPr>
            <p:cNvGrpSpPr/>
            <p:nvPr/>
          </p:nvGrpSpPr>
          <p:grpSpPr>
            <a:xfrm>
              <a:off x="5958026" y="4227979"/>
              <a:ext cx="2557508" cy="254700"/>
              <a:chOff x="5948498" y="4227979"/>
              <a:chExt cx="2557508" cy="254700"/>
            </a:xfrm>
          </p:grpSpPr>
          <p:sp>
            <p:nvSpPr>
              <p:cNvPr id="2566" name="Google Shape;2566;p43">
                <a:extLst>
                  <a:ext uri="{FF2B5EF4-FFF2-40B4-BE49-F238E27FC236}">
                    <a16:creationId xmlns:a16="http://schemas.microsoft.com/office/drawing/2014/main" id="{60C4AA15-2512-B8B7-2B4A-91AF7CC186F4}"/>
                  </a:ext>
                </a:extLst>
              </p:cNvPr>
              <p:cNvSpPr/>
              <p:nvPr/>
            </p:nvSpPr>
            <p:spPr>
              <a:xfrm rot="5400000">
                <a:off x="7546156" y="3475129"/>
                <a:ext cx="159300" cy="1760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43">
                <a:extLst>
                  <a:ext uri="{FF2B5EF4-FFF2-40B4-BE49-F238E27FC236}">
                    <a16:creationId xmlns:a16="http://schemas.microsoft.com/office/drawing/2014/main" id="{AA9B79BA-15BF-806E-0A21-5EC7B5CECEB9}"/>
                  </a:ext>
                </a:extLst>
              </p:cNvPr>
              <p:cNvSpPr txBox="1"/>
              <p:nvPr/>
            </p:nvSpPr>
            <p:spPr>
              <a:xfrm>
                <a:off x="5948498" y="4227979"/>
                <a:ext cx="74426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Eventos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68" name="Google Shape;2568;p43">
                <a:extLst>
                  <a:ext uri="{FF2B5EF4-FFF2-40B4-BE49-F238E27FC236}">
                    <a16:creationId xmlns:a16="http://schemas.microsoft.com/office/drawing/2014/main" id="{CCCBDA19-191E-27FE-A300-DC30B63D2281}"/>
                  </a:ext>
                </a:extLst>
              </p:cNvPr>
              <p:cNvSpPr/>
              <p:nvPr/>
            </p:nvSpPr>
            <p:spPr>
              <a:xfrm rot="5400000">
                <a:off x="7446103" y="3575416"/>
                <a:ext cx="159303" cy="1559815"/>
              </a:xfrm>
              <a:prstGeom prst="rect">
                <a:avLst/>
              </a:prstGeom>
              <a:gradFill>
                <a:gsLst>
                  <a:gs pos="0">
                    <a:srgbClr val="919CD4"/>
                  </a:gs>
                  <a:gs pos="100000">
                    <a:srgbClr val="47559C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9" name="Google Shape;2569;p43">
              <a:extLst>
                <a:ext uri="{FF2B5EF4-FFF2-40B4-BE49-F238E27FC236}">
                  <a16:creationId xmlns:a16="http://schemas.microsoft.com/office/drawing/2014/main" id="{140D4824-32AE-37B1-2347-F5BD68A0EC38}"/>
                </a:ext>
              </a:extLst>
            </p:cNvPr>
            <p:cNvSpPr txBox="1"/>
            <p:nvPr/>
          </p:nvSpPr>
          <p:spPr>
            <a:xfrm>
              <a:off x="6041260" y="1093827"/>
              <a:ext cx="2458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251F5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Valores</a:t>
              </a:r>
              <a:endParaRPr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70" name="Google Shape;2570;p43">
              <a:extLst>
                <a:ext uri="{FF2B5EF4-FFF2-40B4-BE49-F238E27FC236}">
                  <a16:creationId xmlns:a16="http://schemas.microsoft.com/office/drawing/2014/main" id="{92C906E5-1403-AA7C-41DF-13077952E526}"/>
                </a:ext>
              </a:extLst>
            </p:cNvPr>
            <p:cNvGrpSpPr/>
            <p:nvPr/>
          </p:nvGrpSpPr>
          <p:grpSpPr>
            <a:xfrm>
              <a:off x="6007427" y="1511400"/>
              <a:ext cx="2526166" cy="254700"/>
              <a:chOff x="6007427" y="1511400"/>
              <a:chExt cx="2526166" cy="254700"/>
            </a:xfrm>
          </p:grpSpPr>
          <p:sp>
            <p:nvSpPr>
              <p:cNvPr id="2571" name="Google Shape;2571;p43">
                <a:extLst>
                  <a:ext uri="{FF2B5EF4-FFF2-40B4-BE49-F238E27FC236}">
                    <a16:creationId xmlns:a16="http://schemas.microsoft.com/office/drawing/2014/main" id="{73F762CE-41BE-A766-941B-AF57A06CC249}"/>
                  </a:ext>
                </a:extLst>
              </p:cNvPr>
              <p:cNvSpPr txBox="1"/>
              <p:nvPr/>
            </p:nvSpPr>
            <p:spPr>
              <a:xfrm>
                <a:off x="6307893" y="1511400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Trabajo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equipo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72" name="Google Shape;2572;p43">
                <a:extLst>
                  <a:ext uri="{FF2B5EF4-FFF2-40B4-BE49-F238E27FC236}">
                    <a16:creationId xmlns:a16="http://schemas.microsoft.com/office/drawing/2014/main" id="{BF7AE9A8-5BB4-472F-EBAF-33B374C233E6}"/>
                  </a:ext>
                </a:extLst>
              </p:cNvPr>
              <p:cNvGrpSpPr/>
              <p:nvPr/>
            </p:nvGrpSpPr>
            <p:grpSpPr>
              <a:xfrm>
                <a:off x="6007427" y="1523287"/>
                <a:ext cx="230926" cy="230926"/>
                <a:chOff x="5988371" y="1509825"/>
                <a:chExt cx="230926" cy="230926"/>
              </a:xfrm>
            </p:grpSpPr>
            <p:sp>
              <p:nvSpPr>
                <p:cNvPr id="2573" name="Google Shape;2573;p43">
                  <a:extLst>
                    <a:ext uri="{FF2B5EF4-FFF2-40B4-BE49-F238E27FC236}">
                      <a16:creationId xmlns:a16="http://schemas.microsoft.com/office/drawing/2014/main" id="{0A4BC7A9-0546-CAA2-3DB6-D4CBDDA7C87C}"/>
                    </a:ext>
                  </a:extLst>
                </p:cNvPr>
                <p:cNvSpPr/>
                <p:nvPr/>
              </p:nvSpPr>
              <p:spPr>
                <a:xfrm>
                  <a:off x="5988371" y="1509825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1"/>
                      </a:moveTo>
                      <a:cubicBezTo>
                        <a:pt x="1702" y="1"/>
                        <a:pt x="0" y="1703"/>
                        <a:pt x="0" y="3800"/>
                      </a:cubicBezTo>
                      <a:cubicBezTo>
                        <a:pt x="0" y="5928"/>
                        <a:pt x="1702" y="7600"/>
                        <a:pt x="3800" y="7600"/>
                      </a:cubicBezTo>
                      <a:cubicBezTo>
                        <a:pt x="5897" y="7600"/>
                        <a:pt x="7599" y="5928"/>
                        <a:pt x="7599" y="3800"/>
                      </a:cubicBezTo>
                      <a:cubicBezTo>
                        <a:pt x="7599" y="1703"/>
                        <a:pt x="5897" y="1"/>
                        <a:pt x="380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43">
                  <a:extLst>
                    <a:ext uri="{FF2B5EF4-FFF2-40B4-BE49-F238E27FC236}">
                      <a16:creationId xmlns:a16="http://schemas.microsoft.com/office/drawing/2014/main" id="{BAFFAFBB-9E22-0386-1EA5-1911E3BB06F0}"/>
                    </a:ext>
                  </a:extLst>
                </p:cNvPr>
                <p:cNvSpPr/>
                <p:nvPr/>
              </p:nvSpPr>
              <p:spPr>
                <a:xfrm>
                  <a:off x="6017594" y="1543238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75" name="Google Shape;2575;p43">
              <a:extLst>
                <a:ext uri="{FF2B5EF4-FFF2-40B4-BE49-F238E27FC236}">
                  <a16:creationId xmlns:a16="http://schemas.microsoft.com/office/drawing/2014/main" id="{EDAF7E86-8160-28AF-E2D0-8947BA9D0D1E}"/>
                </a:ext>
              </a:extLst>
            </p:cNvPr>
            <p:cNvGrpSpPr/>
            <p:nvPr/>
          </p:nvGrpSpPr>
          <p:grpSpPr>
            <a:xfrm>
              <a:off x="6007427" y="1911929"/>
              <a:ext cx="2526166" cy="254700"/>
              <a:chOff x="6007427" y="1911929"/>
              <a:chExt cx="2526166" cy="254700"/>
            </a:xfrm>
          </p:grpSpPr>
          <p:sp>
            <p:nvSpPr>
              <p:cNvPr id="2576" name="Google Shape;2576;p43">
                <a:extLst>
                  <a:ext uri="{FF2B5EF4-FFF2-40B4-BE49-F238E27FC236}">
                    <a16:creationId xmlns:a16="http://schemas.microsoft.com/office/drawing/2014/main" id="{52E93074-3A7D-D9A5-E4E1-1AEFA0F886EC}"/>
                  </a:ext>
                </a:extLst>
              </p:cNvPr>
              <p:cNvSpPr txBox="1"/>
              <p:nvPr/>
            </p:nvSpPr>
            <p:spPr>
              <a:xfrm>
                <a:off x="6307893" y="1911929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Ambiente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positi</a:t>
                </a: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vo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77" name="Google Shape;2577;p43">
                <a:extLst>
                  <a:ext uri="{FF2B5EF4-FFF2-40B4-BE49-F238E27FC236}">
                    <a16:creationId xmlns:a16="http://schemas.microsoft.com/office/drawing/2014/main" id="{90179579-03D7-B27C-3AC6-49E8C9D7C442}"/>
                  </a:ext>
                </a:extLst>
              </p:cNvPr>
              <p:cNvGrpSpPr/>
              <p:nvPr/>
            </p:nvGrpSpPr>
            <p:grpSpPr>
              <a:xfrm>
                <a:off x="6007427" y="1923816"/>
                <a:ext cx="230926" cy="230926"/>
                <a:chOff x="5988371" y="1876480"/>
                <a:chExt cx="230926" cy="230926"/>
              </a:xfrm>
            </p:grpSpPr>
            <p:sp>
              <p:nvSpPr>
                <p:cNvPr id="2578" name="Google Shape;2578;p43">
                  <a:extLst>
                    <a:ext uri="{FF2B5EF4-FFF2-40B4-BE49-F238E27FC236}">
                      <a16:creationId xmlns:a16="http://schemas.microsoft.com/office/drawing/2014/main" id="{1CB5FF5E-FEC7-5797-379F-86AC9FAD66DC}"/>
                    </a:ext>
                  </a:extLst>
                </p:cNvPr>
                <p:cNvSpPr/>
                <p:nvPr/>
              </p:nvSpPr>
              <p:spPr>
                <a:xfrm>
                  <a:off x="5988371" y="1876480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1"/>
                      </a:moveTo>
                      <a:cubicBezTo>
                        <a:pt x="1702" y="1"/>
                        <a:pt x="0" y="1703"/>
                        <a:pt x="0" y="3800"/>
                      </a:cubicBezTo>
                      <a:cubicBezTo>
                        <a:pt x="0" y="5897"/>
                        <a:pt x="1702" y="7600"/>
                        <a:pt x="3800" y="7600"/>
                      </a:cubicBezTo>
                      <a:cubicBezTo>
                        <a:pt x="5897" y="7600"/>
                        <a:pt x="7599" y="5897"/>
                        <a:pt x="7599" y="3800"/>
                      </a:cubicBezTo>
                      <a:cubicBezTo>
                        <a:pt x="7599" y="1703"/>
                        <a:pt x="5897" y="1"/>
                        <a:pt x="380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43">
                  <a:extLst>
                    <a:ext uri="{FF2B5EF4-FFF2-40B4-BE49-F238E27FC236}">
                      <a16:creationId xmlns:a16="http://schemas.microsoft.com/office/drawing/2014/main" id="{B2EBE679-C9A5-FB1C-EEE6-B3AA34648D34}"/>
                    </a:ext>
                  </a:extLst>
                </p:cNvPr>
                <p:cNvSpPr/>
                <p:nvPr/>
              </p:nvSpPr>
              <p:spPr>
                <a:xfrm>
                  <a:off x="6017594" y="1909894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80" name="Google Shape;2580;p43">
              <a:extLst>
                <a:ext uri="{FF2B5EF4-FFF2-40B4-BE49-F238E27FC236}">
                  <a16:creationId xmlns:a16="http://schemas.microsoft.com/office/drawing/2014/main" id="{4186E62E-5ACA-AAFC-4CB0-06A135884A32}"/>
                </a:ext>
              </a:extLst>
            </p:cNvPr>
            <p:cNvGrpSpPr/>
            <p:nvPr/>
          </p:nvGrpSpPr>
          <p:grpSpPr>
            <a:xfrm>
              <a:off x="6007427" y="2312458"/>
              <a:ext cx="2526166" cy="254700"/>
              <a:chOff x="6007427" y="2312458"/>
              <a:chExt cx="2526166" cy="254700"/>
            </a:xfrm>
          </p:grpSpPr>
          <p:sp>
            <p:nvSpPr>
              <p:cNvPr id="2581" name="Google Shape;2581;p43">
                <a:extLst>
                  <a:ext uri="{FF2B5EF4-FFF2-40B4-BE49-F238E27FC236}">
                    <a16:creationId xmlns:a16="http://schemas.microsoft.com/office/drawing/2014/main" id="{E8116DCD-6CE3-3A09-6D27-0EDD76322C43}"/>
                  </a:ext>
                </a:extLst>
              </p:cNvPr>
              <p:cNvSpPr txBox="1"/>
              <p:nvPr/>
            </p:nvSpPr>
            <p:spPr>
              <a:xfrm>
                <a:off x="6307893" y="2312458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Roboto"/>
                    <a:ea typeface="Roboto"/>
                    <a:cs typeface="Roboto"/>
                    <a:sym typeface="Roboto"/>
                  </a:rPr>
                  <a:t>Calidad </a:t>
                </a: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en</a:t>
                </a:r>
                <a:r>
                  <a:rPr lang="en" sz="1200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detalles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82" name="Google Shape;2582;p43">
                <a:extLst>
                  <a:ext uri="{FF2B5EF4-FFF2-40B4-BE49-F238E27FC236}">
                    <a16:creationId xmlns:a16="http://schemas.microsoft.com/office/drawing/2014/main" id="{903A173F-4DEF-FE3A-BAE7-0F1B9205F445}"/>
                  </a:ext>
                </a:extLst>
              </p:cNvPr>
              <p:cNvGrpSpPr/>
              <p:nvPr/>
            </p:nvGrpSpPr>
            <p:grpSpPr>
              <a:xfrm>
                <a:off x="6007427" y="2324345"/>
                <a:ext cx="230926" cy="230926"/>
                <a:chOff x="5988371" y="2242224"/>
                <a:chExt cx="230926" cy="230926"/>
              </a:xfrm>
            </p:grpSpPr>
            <p:sp>
              <p:nvSpPr>
                <p:cNvPr id="2583" name="Google Shape;2583;p43">
                  <a:extLst>
                    <a:ext uri="{FF2B5EF4-FFF2-40B4-BE49-F238E27FC236}">
                      <a16:creationId xmlns:a16="http://schemas.microsoft.com/office/drawing/2014/main" id="{21FBA621-FAFF-A009-79AD-97546F81488D}"/>
                    </a:ext>
                  </a:extLst>
                </p:cNvPr>
                <p:cNvSpPr/>
                <p:nvPr/>
              </p:nvSpPr>
              <p:spPr>
                <a:xfrm>
                  <a:off x="5988371" y="2242224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0"/>
                      </a:moveTo>
                      <a:cubicBezTo>
                        <a:pt x="1702" y="0"/>
                        <a:pt x="0" y="1703"/>
                        <a:pt x="0" y="3800"/>
                      </a:cubicBezTo>
                      <a:cubicBezTo>
                        <a:pt x="0" y="5897"/>
                        <a:pt x="1702" y="7599"/>
                        <a:pt x="3800" y="7599"/>
                      </a:cubicBezTo>
                      <a:cubicBezTo>
                        <a:pt x="5897" y="7599"/>
                        <a:pt x="7599" y="5897"/>
                        <a:pt x="7599" y="3800"/>
                      </a:cubicBezTo>
                      <a:cubicBezTo>
                        <a:pt x="7599" y="1703"/>
                        <a:pt x="5897" y="0"/>
                        <a:pt x="38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43">
                  <a:extLst>
                    <a:ext uri="{FF2B5EF4-FFF2-40B4-BE49-F238E27FC236}">
                      <a16:creationId xmlns:a16="http://schemas.microsoft.com/office/drawing/2014/main" id="{88C60DBC-4E53-DA71-200A-3048F95D6ED5}"/>
                    </a:ext>
                  </a:extLst>
                </p:cNvPr>
                <p:cNvSpPr/>
                <p:nvPr/>
              </p:nvSpPr>
              <p:spPr>
                <a:xfrm>
                  <a:off x="6017594" y="2275637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85" name="Google Shape;2585;p43">
              <a:extLst>
                <a:ext uri="{FF2B5EF4-FFF2-40B4-BE49-F238E27FC236}">
                  <a16:creationId xmlns:a16="http://schemas.microsoft.com/office/drawing/2014/main" id="{AE13B238-33DB-8451-A065-DE30C8FFEDC4}"/>
                </a:ext>
              </a:extLst>
            </p:cNvPr>
            <p:cNvGrpSpPr/>
            <p:nvPr/>
          </p:nvGrpSpPr>
          <p:grpSpPr>
            <a:xfrm>
              <a:off x="6007427" y="2713725"/>
              <a:ext cx="2526166" cy="254700"/>
              <a:chOff x="6007427" y="2713725"/>
              <a:chExt cx="2526166" cy="254700"/>
            </a:xfrm>
          </p:grpSpPr>
          <p:sp>
            <p:nvSpPr>
              <p:cNvPr id="2586" name="Google Shape;2586;p43">
                <a:extLst>
                  <a:ext uri="{FF2B5EF4-FFF2-40B4-BE49-F238E27FC236}">
                    <a16:creationId xmlns:a16="http://schemas.microsoft.com/office/drawing/2014/main" id="{9F6FCDB9-4CC2-DC4A-C664-1DE3D28D284A}"/>
                  </a:ext>
                </a:extLst>
              </p:cNvPr>
              <p:cNvSpPr txBox="1"/>
              <p:nvPr/>
            </p:nvSpPr>
            <p:spPr>
              <a:xfrm>
                <a:off x="6307893" y="2713725"/>
                <a:ext cx="2225700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Tolerante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587" name="Google Shape;2587;p43">
                <a:extLst>
                  <a:ext uri="{FF2B5EF4-FFF2-40B4-BE49-F238E27FC236}">
                    <a16:creationId xmlns:a16="http://schemas.microsoft.com/office/drawing/2014/main" id="{FD772F3D-BE39-D002-96D1-CBBF44F08029}"/>
                  </a:ext>
                </a:extLst>
              </p:cNvPr>
              <p:cNvGrpSpPr/>
              <p:nvPr/>
            </p:nvGrpSpPr>
            <p:grpSpPr>
              <a:xfrm>
                <a:off x="6007427" y="2725612"/>
                <a:ext cx="230926" cy="230926"/>
                <a:chOff x="5988371" y="2242224"/>
                <a:chExt cx="230926" cy="230926"/>
              </a:xfrm>
            </p:grpSpPr>
            <p:sp>
              <p:nvSpPr>
                <p:cNvPr id="2588" name="Google Shape;2588;p43">
                  <a:extLst>
                    <a:ext uri="{FF2B5EF4-FFF2-40B4-BE49-F238E27FC236}">
                      <a16:creationId xmlns:a16="http://schemas.microsoft.com/office/drawing/2014/main" id="{813171FC-935A-6E6D-A88D-737C27215A9F}"/>
                    </a:ext>
                  </a:extLst>
                </p:cNvPr>
                <p:cNvSpPr/>
                <p:nvPr/>
              </p:nvSpPr>
              <p:spPr>
                <a:xfrm>
                  <a:off x="5988371" y="2242224"/>
                  <a:ext cx="230926" cy="230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0" h="7600" extrusionOk="0">
                      <a:moveTo>
                        <a:pt x="3800" y="0"/>
                      </a:moveTo>
                      <a:cubicBezTo>
                        <a:pt x="1702" y="0"/>
                        <a:pt x="0" y="1703"/>
                        <a:pt x="0" y="3800"/>
                      </a:cubicBezTo>
                      <a:cubicBezTo>
                        <a:pt x="0" y="5897"/>
                        <a:pt x="1702" y="7599"/>
                        <a:pt x="3800" y="7599"/>
                      </a:cubicBezTo>
                      <a:cubicBezTo>
                        <a:pt x="5897" y="7599"/>
                        <a:pt x="7599" y="5897"/>
                        <a:pt x="7599" y="3800"/>
                      </a:cubicBezTo>
                      <a:cubicBezTo>
                        <a:pt x="7599" y="1703"/>
                        <a:pt x="5897" y="0"/>
                        <a:pt x="38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43">
                  <a:extLst>
                    <a:ext uri="{FF2B5EF4-FFF2-40B4-BE49-F238E27FC236}">
                      <a16:creationId xmlns:a16="http://schemas.microsoft.com/office/drawing/2014/main" id="{1C4AEA35-9139-5D19-D734-2570CB49F958}"/>
                    </a:ext>
                  </a:extLst>
                </p:cNvPr>
                <p:cNvSpPr/>
                <p:nvPr/>
              </p:nvSpPr>
              <p:spPr>
                <a:xfrm>
                  <a:off x="6017594" y="2275637"/>
                  <a:ext cx="172500" cy="1641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gradFill>
                  <a:gsLst>
                    <a:gs pos="0">
                      <a:srgbClr val="7CD4BF">
                        <a:alpha val="16078"/>
                      </a:srgbClr>
                    </a:gs>
                    <a:gs pos="100000">
                      <a:srgbClr val="9FC5E8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590" name="Google Shape;2590;p43">
            <a:extLst>
              <a:ext uri="{FF2B5EF4-FFF2-40B4-BE49-F238E27FC236}">
                <a16:creationId xmlns:a16="http://schemas.microsoft.com/office/drawing/2014/main" id="{8B8844D9-42E2-A41D-B7A2-274D4072A261}"/>
              </a:ext>
            </a:extLst>
          </p:cNvPr>
          <p:cNvSpPr txBox="1"/>
          <p:nvPr/>
        </p:nvSpPr>
        <p:spPr>
          <a:xfrm>
            <a:off x="717457" y="1095850"/>
            <a:ext cx="23574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Información</a:t>
            </a:r>
            <a:r>
              <a:rPr lang="en"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personal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1" name="Google Shape;2591;p43">
            <a:extLst>
              <a:ext uri="{FF2B5EF4-FFF2-40B4-BE49-F238E27FC236}">
                <a16:creationId xmlns:a16="http://schemas.microsoft.com/office/drawing/2014/main" id="{6BD0ED52-67F7-422C-3AD2-79871D573269}"/>
              </a:ext>
            </a:extLst>
          </p:cNvPr>
          <p:cNvSpPr txBox="1"/>
          <p:nvPr/>
        </p:nvSpPr>
        <p:spPr>
          <a:xfrm>
            <a:off x="717457" y="1796811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Estudios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2" name="Google Shape;2592;p43">
            <a:extLst>
              <a:ext uri="{FF2B5EF4-FFF2-40B4-BE49-F238E27FC236}">
                <a16:creationId xmlns:a16="http://schemas.microsoft.com/office/drawing/2014/main" id="{23510231-695D-B648-DC0C-5841E76484E5}"/>
              </a:ext>
            </a:extLst>
          </p:cNvPr>
          <p:cNvSpPr txBox="1"/>
          <p:nvPr/>
        </p:nvSpPr>
        <p:spPr>
          <a:xfrm>
            <a:off x="717457" y="1517190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Edad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3" name="Google Shape;2593;p43">
            <a:extLst>
              <a:ext uri="{FF2B5EF4-FFF2-40B4-BE49-F238E27FC236}">
                <a16:creationId xmlns:a16="http://schemas.microsoft.com/office/drawing/2014/main" id="{3BAD7D69-78FC-E693-EE9B-E122D6F9D5C8}"/>
              </a:ext>
            </a:extLst>
          </p:cNvPr>
          <p:cNvSpPr txBox="1"/>
          <p:nvPr/>
        </p:nvSpPr>
        <p:spPr>
          <a:xfrm>
            <a:off x="717457" y="2439178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Salario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4" name="Google Shape;2594;p43">
            <a:extLst>
              <a:ext uri="{FF2B5EF4-FFF2-40B4-BE49-F238E27FC236}">
                <a16:creationId xmlns:a16="http://schemas.microsoft.com/office/drawing/2014/main" id="{0B003613-C3F3-E947-B2F4-FC753DE0D3B0}"/>
              </a:ext>
            </a:extLst>
          </p:cNvPr>
          <p:cNvSpPr txBox="1"/>
          <p:nvPr/>
        </p:nvSpPr>
        <p:spPr>
          <a:xfrm>
            <a:off x="717457" y="2150321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Experience</a:t>
            </a:r>
            <a:endParaRPr sz="160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5" name="Google Shape;2595;p43">
            <a:extLst>
              <a:ext uri="{FF2B5EF4-FFF2-40B4-BE49-F238E27FC236}">
                <a16:creationId xmlns:a16="http://schemas.microsoft.com/office/drawing/2014/main" id="{500386D4-9748-A05F-4F0A-FE3652282863}"/>
              </a:ext>
            </a:extLst>
          </p:cNvPr>
          <p:cNvSpPr txBox="1"/>
          <p:nvPr/>
        </p:nvSpPr>
        <p:spPr>
          <a:xfrm>
            <a:off x="1729259" y="1759866"/>
            <a:ext cx="1371178" cy="35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Profesional</a:t>
            </a: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administración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6" name="Google Shape;2596;p43">
            <a:extLst>
              <a:ext uri="{FF2B5EF4-FFF2-40B4-BE49-F238E27FC236}">
                <a16:creationId xmlns:a16="http://schemas.microsoft.com/office/drawing/2014/main" id="{6758BF2F-FEB5-A2F5-6A64-4B82EE98A722}"/>
              </a:ext>
            </a:extLst>
          </p:cNvPr>
          <p:cNvSpPr txBox="1"/>
          <p:nvPr/>
        </p:nvSpPr>
        <p:spPr>
          <a:xfrm>
            <a:off x="1729259" y="1507954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35 </a:t>
            </a:r>
            <a:r>
              <a:rPr lang="en" sz="1200" dirty="0" err="1">
                <a:latin typeface="Roboto"/>
                <a:ea typeface="Roboto"/>
                <a:cs typeface="Roboto"/>
                <a:sym typeface="Roboto"/>
              </a:rPr>
              <a:t>años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43">
            <a:extLst>
              <a:ext uri="{FF2B5EF4-FFF2-40B4-BE49-F238E27FC236}">
                <a16:creationId xmlns:a16="http://schemas.microsoft.com/office/drawing/2014/main" id="{2CBEC8BB-47F4-F868-0FD2-9BB3316C7240}"/>
              </a:ext>
            </a:extLst>
          </p:cNvPr>
          <p:cNvSpPr txBox="1"/>
          <p:nvPr/>
        </p:nvSpPr>
        <p:spPr>
          <a:xfrm>
            <a:off x="1497840" y="2475787"/>
            <a:ext cx="1562581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       4 SMMLV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8" name="Google Shape;2598;p43">
            <a:extLst>
              <a:ext uri="{FF2B5EF4-FFF2-40B4-BE49-F238E27FC236}">
                <a16:creationId xmlns:a16="http://schemas.microsoft.com/office/drawing/2014/main" id="{D26A78D4-1B1D-2A7E-E11E-65D38EC5EEDD}"/>
              </a:ext>
            </a:extLst>
          </p:cNvPr>
          <p:cNvSpPr txBox="1"/>
          <p:nvPr/>
        </p:nvSpPr>
        <p:spPr>
          <a:xfrm>
            <a:off x="1729258" y="2141085"/>
            <a:ext cx="1526259" cy="35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10 </a:t>
            </a:r>
            <a:r>
              <a:rPr lang="en" sz="1200" dirty="0" err="1">
                <a:latin typeface="Roboto"/>
                <a:ea typeface="Roboto"/>
                <a:cs typeface="Roboto"/>
                <a:sym typeface="Roboto"/>
              </a:rPr>
              <a:t>años</a:t>
            </a: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1200" dirty="0" err="1">
                <a:latin typeface="Roboto"/>
                <a:ea typeface="Roboto"/>
                <a:cs typeface="Roboto"/>
                <a:sym typeface="Roboto"/>
              </a:rPr>
              <a:t>experiencia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9" name="Google Shape;2599;p43">
            <a:extLst>
              <a:ext uri="{FF2B5EF4-FFF2-40B4-BE49-F238E27FC236}">
                <a16:creationId xmlns:a16="http://schemas.microsoft.com/office/drawing/2014/main" id="{3F7BEDED-5AB4-5EE0-BF8C-EC95D2DD1CD5}"/>
              </a:ext>
            </a:extLst>
          </p:cNvPr>
          <p:cNvSpPr txBox="1"/>
          <p:nvPr/>
        </p:nvSpPr>
        <p:spPr>
          <a:xfrm>
            <a:off x="717457" y="2728035"/>
            <a:ext cx="1032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0" name="Google Shape;2600;p43">
            <a:extLst>
              <a:ext uri="{FF2B5EF4-FFF2-40B4-BE49-F238E27FC236}">
                <a16:creationId xmlns:a16="http://schemas.microsoft.com/office/drawing/2014/main" id="{11F180A5-B9C2-5840-2852-CD609C2F9DD7}"/>
              </a:ext>
            </a:extLst>
          </p:cNvPr>
          <p:cNvSpPr txBox="1"/>
          <p:nvPr/>
        </p:nvSpPr>
        <p:spPr>
          <a:xfrm>
            <a:off x="1778660" y="2745659"/>
            <a:ext cx="12453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Bogotá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43">
            <a:extLst>
              <a:ext uri="{FF2B5EF4-FFF2-40B4-BE49-F238E27FC236}">
                <a16:creationId xmlns:a16="http://schemas.microsoft.com/office/drawing/2014/main" id="{F3A72E9C-A44F-52D5-1B6D-A8543E771D41}"/>
              </a:ext>
            </a:extLst>
          </p:cNvPr>
          <p:cNvSpPr txBox="1"/>
          <p:nvPr/>
        </p:nvSpPr>
        <p:spPr>
          <a:xfrm>
            <a:off x="717457" y="3057527"/>
            <a:ext cx="23592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Información</a:t>
            </a:r>
            <a:r>
              <a:rPr lang="en" sz="1600" dirty="0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" sz="1600" dirty="0" err="1">
                <a:solidFill>
                  <a:srgbClr val="251F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básica</a:t>
            </a:r>
            <a:endParaRPr sz="1600" dirty="0">
              <a:solidFill>
                <a:srgbClr val="251F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2" name="Google Shape;2602;p43">
            <a:extLst>
              <a:ext uri="{FF2B5EF4-FFF2-40B4-BE49-F238E27FC236}">
                <a16:creationId xmlns:a16="http://schemas.microsoft.com/office/drawing/2014/main" id="{04117EB5-A1DB-2FA2-3DE7-485E79E91012}"/>
              </a:ext>
            </a:extLst>
          </p:cNvPr>
          <p:cNvSpPr txBox="1"/>
          <p:nvPr/>
        </p:nvSpPr>
        <p:spPr>
          <a:xfrm>
            <a:off x="2141548" y="3747475"/>
            <a:ext cx="752572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90 %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03" name="Google Shape;2603;p43">
            <a:extLst>
              <a:ext uri="{FF2B5EF4-FFF2-40B4-BE49-F238E27FC236}">
                <a16:creationId xmlns:a16="http://schemas.microsoft.com/office/drawing/2014/main" id="{C88BB19E-2C5B-0DC1-D5DD-2848361CC441}"/>
              </a:ext>
            </a:extLst>
          </p:cNvPr>
          <p:cNvGrpSpPr/>
          <p:nvPr/>
        </p:nvGrpSpPr>
        <p:grpSpPr>
          <a:xfrm>
            <a:off x="797558" y="3825181"/>
            <a:ext cx="1344000" cy="99300"/>
            <a:chOff x="1361985" y="3785931"/>
            <a:chExt cx="1344000" cy="99300"/>
          </a:xfrm>
        </p:grpSpPr>
        <p:sp>
          <p:nvSpPr>
            <p:cNvPr id="2604" name="Google Shape;2604;p43">
              <a:extLst>
                <a:ext uri="{FF2B5EF4-FFF2-40B4-BE49-F238E27FC236}">
                  <a16:creationId xmlns:a16="http://schemas.microsoft.com/office/drawing/2014/main" id="{7C4A6A6B-B9B4-788B-F22D-B2B12CDDE94A}"/>
                </a:ext>
              </a:extLst>
            </p:cNvPr>
            <p:cNvSpPr/>
            <p:nvPr/>
          </p:nvSpPr>
          <p:spPr>
            <a:xfrm>
              <a:off x="13619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3">
              <a:extLst>
                <a:ext uri="{FF2B5EF4-FFF2-40B4-BE49-F238E27FC236}">
                  <a16:creationId xmlns:a16="http://schemas.microsoft.com/office/drawing/2014/main" id="{14636399-F09E-C49A-AD89-79A801323809}"/>
                </a:ext>
              </a:extLst>
            </p:cNvPr>
            <p:cNvSpPr/>
            <p:nvPr/>
          </p:nvSpPr>
          <p:spPr>
            <a:xfrm>
              <a:off x="15002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3">
              <a:extLst>
                <a:ext uri="{FF2B5EF4-FFF2-40B4-BE49-F238E27FC236}">
                  <a16:creationId xmlns:a16="http://schemas.microsoft.com/office/drawing/2014/main" id="{230512C2-3DAA-0465-E44C-9C7072D51C4F}"/>
                </a:ext>
              </a:extLst>
            </p:cNvPr>
            <p:cNvSpPr/>
            <p:nvPr/>
          </p:nvSpPr>
          <p:spPr>
            <a:xfrm>
              <a:off x="16385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3">
              <a:extLst>
                <a:ext uri="{FF2B5EF4-FFF2-40B4-BE49-F238E27FC236}">
                  <a16:creationId xmlns:a16="http://schemas.microsoft.com/office/drawing/2014/main" id="{FE951581-6C11-199C-AC71-EBF570E83735}"/>
                </a:ext>
              </a:extLst>
            </p:cNvPr>
            <p:cNvSpPr/>
            <p:nvPr/>
          </p:nvSpPr>
          <p:spPr>
            <a:xfrm>
              <a:off x="17768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3">
              <a:extLst>
                <a:ext uri="{FF2B5EF4-FFF2-40B4-BE49-F238E27FC236}">
                  <a16:creationId xmlns:a16="http://schemas.microsoft.com/office/drawing/2014/main" id="{58F6DDD3-E2A9-6DE5-3023-8DDF3950F36D}"/>
                </a:ext>
              </a:extLst>
            </p:cNvPr>
            <p:cNvSpPr/>
            <p:nvPr/>
          </p:nvSpPr>
          <p:spPr>
            <a:xfrm>
              <a:off x="19151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3">
              <a:extLst>
                <a:ext uri="{FF2B5EF4-FFF2-40B4-BE49-F238E27FC236}">
                  <a16:creationId xmlns:a16="http://schemas.microsoft.com/office/drawing/2014/main" id="{59EFADF4-1EC1-2857-D70A-955C6A3D15B2}"/>
                </a:ext>
              </a:extLst>
            </p:cNvPr>
            <p:cNvSpPr/>
            <p:nvPr/>
          </p:nvSpPr>
          <p:spPr>
            <a:xfrm>
              <a:off x="2053485" y="3785931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3">
              <a:extLst>
                <a:ext uri="{FF2B5EF4-FFF2-40B4-BE49-F238E27FC236}">
                  <a16:creationId xmlns:a16="http://schemas.microsoft.com/office/drawing/2014/main" id="{B8105625-D1EC-3BE6-D45B-BDD21E0BE58D}"/>
                </a:ext>
              </a:extLst>
            </p:cNvPr>
            <p:cNvSpPr/>
            <p:nvPr/>
          </p:nvSpPr>
          <p:spPr>
            <a:xfrm>
              <a:off x="21917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3">
              <a:extLst>
                <a:ext uri="{FF2B5EF4-FFF2-40B4-BE49-F238E27FC236}">
                  <a16:creationId xmlns:a16="http://schemas.microsoft.com/office/drawing/2014/main" id="{D81F1707-8F21-C987-2035-6B76A50C6797}"/>
                </a:ext>
              </a:extLst>
            </p:cNvPr>
            <p:cNvSpPr/>
            <p:nvPr/>
          </p:nvSpPr>
          <p:spPr>
            <a:xfrm>
              <a:off x="23300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3">
              <a:extLst>
                <a:ext uri="{FF2B5EF4-FFF2-40B4-BE49-F238E27FC236}">
                  <a16:creationId xmlns:a16="http://schemas.microsoft.com/office/drawing/2014/main" id="{7C74B6D0-18DA-BA9C-7F17-31C08607D3A0}"/>
                </a:ext>
              </a:extLst>
            </p:cNvPr>
            <p:cNvSpPr/>
            <p:nvPr/>
          </p:nvSpPr>
          <p:spPr>
            <a:xfrm>
              <a:off x="24683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3">
              <a:extLst>
                <a:ext uri="{FF2B5EF4-FFF2-40B4-BE49-F238E27FC236}">
                  <a16:creationId xmlns:a16="http://schemas.microsoft.com/office/drawing/2014/main" id="{54787974-D1DB-44FB-F151-DD0EA12826AD}"/>
                </a:ext>
              </a:extLst>
            </p:cNvPr>
            <p:cNvSpPr/>
            <p:nvPr/>
          </p:nvSpPr>
          <p:spPr>
            <a:xfrm>
              <a:off x="2606685" y="3785931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4" name="Google Shape;2614;p43">
            <a:extLst>
              <a:ext uri="{FF2B5EF4-FFF2-40B4-BE49-F238E27FC236}">
                <a16:creationId xmlns:a16="http://schemas.microsoft.com/office/drawing/2014/main" id="{6BC24E5E-B2DD-0741-5CB8-0F8FA9D9B9AD}"/>
              </a:ext>
            </a:extLst>
          </p:cNvPr>
          <p:cNvGrpSpPr/>
          <p:nvPr/>
        </p:nvGrpSpPr>
        <p:grpSpPr>
          <a:xfrm>
            <a:off x="797550" y="4322538"/>
            <a:ext cx="1344000" cy="99300"/>
            <a:chOff x="1364002" y="4274913"/>
            <a:chExt cx="1344000" cy="99300"/>
          </a:xfrm>
        </p:grpSpPr>
        <p:sp>
          <p:nvSpPr>
            <p:cNvPr id="2615" name="Google Shape;2615;p43">
              <a:extLst>
                <a:ext uri="{FF2B5EF4-FFF2-40B4-BE49-F238E27FC236}">
                  <a16:creationId xmlns:a16="http://schemas.microsoft.com/office/drawing/2014/main" id="{710513F5-0102-CAAB-59FE-6D72B7706880}"/>
                </a:ext>
              </a:extLst>
            </p:cNvPr>
            <p:cNvSpPr/>
            <p:nvPr/>
          </p:nvSpPr>
          <p:spPr>
            <a:xfrm>
              <a:off x="13640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3">
              <a:extLst>
                <a:ext uri="{FF2B5EF4-FFF2-40B4-BE49-F238E27FC236}">
                  <a16:creationId xmlns:a16="http://schemas.microsoft.com/office/drawing/2014/main" id="{243DCFCD-0DEF-9FF3-6DE2-7B5D8F14D05A}"/>
                </a:ext>
              </a:extLst>
            </p:cNvPr>
            <p:cNvSpPr/>
            <p:nvPr/>
          </p:nvSpPr>
          <p:spPr>
            <a:xfrm>
              <a:off x="15023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3">
              <a:extLst>
                <a:ext uri="{FF2B5EF4-FFF2-40B4-BE49-F238E27FC236}">
                  <a16:creationId xmlns:a16="http://schemas.microsoft.com/office/drawing/2014/main" id="{21806FCF-73F3-0FA7-B73B-FA279A2D2735}"/>
                </a:ext>
              </a:extLst>
            </p:cNvPr>
            <p:cNvSpPr/>
            <p:nvPr/>
          </p:nvSpPr>
          <p:spPr>
            <a:xfrm>
              <a:off x="16406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3">
              <a:extLst>
                <a:ext uri="{FF2B5EF4-FFF2-40B4-BE49-F238E27FC236}">
                  <a16:creationId xmlns:a16="http://schemas.microsoft.com/office/drawing/2014/main" id="{29202AE9-A657-4FDD-7EB4-950BB33F88E0}"/>
                </a:ext>
              </a:extLst>
            </p:cNvPr>
            <p:cNvSpPr/>
            <p:nvPr/>
          </p:nvSpPr>
          <p:spPr>
            <a:xfrm>
              <a:off x="1778902" y="4274913"/>
              <a:ext cx="99300" cy="99300"/>
            </a:xfrm>
            <a:prstGeom prst="ellipse">
              <a:avLst/>
            </a:prstGeom>
            <a:gradFill>
              <a:gsLst>
                <a:gs pos="0">
                  <a:srgbClr val="919CD4"/>
                </a:gs>
                <a:gs pos="100000">
                  <a:srgbClr val="47559C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3">
              <a:extLst>
                <a:ext uri="{FF2B5EF4-FFF2-40B4-BE49-F238E27FC236}">
                  <a16:creationId xmlns:a16="http://schemas.microsoft.com/office/drawing/2014/main" id="{FE25037D-EFC4-0660-8A1F-D25594C27987}"/>
                </a:ext>
              </a:extLst>
            </p:cNvPr>
            <p:cNvSpPr/>
            <p:nvPr/>
          </p:nvSpPr>
          <p:spPr>
            <a:xfrm>
              <a:off x="19172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3">
              <a:extLst>
                <a:ext uri="{FF2B5EF4-FFF2-40B4-BE49-F238E27FC236}">
                  <a16:creationId xmlns:a16="http://schemas.microsoft.com/office/drawing/2014/main" id="{DD36BC21-1D51-B84E-4C0F-70F4A609387F}"/>
                </a:ext>
              </a:extLst>
            </p:cNvPr>
            <p:cNvSpPr/>
            <p:nvPr/>
          </p:nvSpPr>
          <p:spPr>
            <a:xfrm>
              <a:off x="20555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3">
              <a:extLst>
                <a:ext uri="{FF2B5EF4-FFF2-40B4-BE49-F238E27FC236}">
                  <a16:creationId xmlns:a16="http://schemas.microsoft.com/office/drawing/2014/main" id="{D86A382F-43FD-8EF3-EE29-14FB2D069AEB}"/>
                </a:ext>
              </a:extLst>
            </p:cNvPr>
            <p:cNvSpPr/>
            <p:nvPr/>
          </p:nvSpPr>
          <p:spPr>
            <a:xfrm>
              <a:off x="21938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3">
              <a:extLst>
                <a:ext uri="{FF2B5EF4-FFF2-40B4-BE49-F238E27FC236}">
                  <a16:creationId xmlns:a16="http://schemas.microsoft.com/office/drawing/2014/main" id="{42142ACA-D4A1-868A-3060-4566B0090C1A}"/>
                </a:ext>
              </a:extLst>
            </p:cNvPr>
            <p:cNvSpPr/>
            <p:nvPr/>
          </p:nvSpPr>
          <p:spPr>
            <a:xfrm>
              <a:off x="23321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3">
              <a:extLst>
                <a:ext uri="{FF2B5EF4-FFF2-40B4-BE49-F238E27FC236}">
                  <a16:creationId xmlns:a16="http://schemas.microsoft.com/office/drawing/2014/main" id="{481D3B57-4991-7FB8-98B5-D3951E7B4118}"/>
                </a:ext>
              </a:extLst>
            </p:cNvPr>
            <p:cNvSpPr/>
            <p:nvPr/>
          </p:nvSpPr>
          <p:spPr>
            <a:xfrm>
              <a:off x="24704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43">
              <a:extLst>
                <a:ext uri="{FF2B5EF4-FFF2-40B4-BE49-F238E27FC236}">
                  <a16:creationId xmlns:a16="http://schemas.microsoft.com/office/drawing/2014/main" id="{5C7ABB45-A947-8501-AD2E-E3E2E0E13307}"/>
                </a:ext>
              </a:extLst>
            </p:cNvPr>
            <p:cNvSpPr/>
            <p:nvPr/>
          </p:nvSpPr>
          <p:spPr>
            <a:xfrm>
              <a:off x="2608702" y="4274913"/>
              <a:ext cx="99300" cy="9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5" name="Google Shape;2625;p43">
            <a:extLst>
              <a:ext uri="{FF2B5EF4-FFF2-40B4-BE49-F238E27FC236}">
                <a16:creationId xmlns:a16="http://schemas.microsoft.com/office/drawing/2014/main" id="{4BF86CBD-88A1-EB95-29C1-80183A4AE6BF}"/>
              </a:ext>
            </a:extLst>
          </p:cNvPr>
          <p:cNvSpPr txBox="1"/>
          <p:nvPr/>
        </p:nvSpPr>
        <p:spPr>
          <a:xfrm>
            <a:off x="721349" y="3489613"/>
            <a:ext cx="23592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Toma de </a:t>
            </a:r>
            <a:r>
              <a:rPr lang="es-ES" sz="1200" dirty="0" err="1">
                <a:latin typeface="Roboto"/>
                <a:ea typeface="Roboto"/>
                <a:cs typeface="Roboto"/>
                <a:sym typeface="Roboto"/>
              </a:rPr>
              <a:t>desiciones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6" name="Google Shape;2626;p43">
            <a:extLst>
              <a:ext uri="{FF2B5EF4-FFF2-40B4-BE49-F238E27FC236}">
                <a16:creationId xmlns:a16="http://schemas.microsoft.com/office/drawing/2014/main" id="{2A817929-917B-0356-3E01-3CEF5757FC2E}"/>
              </a:ext>
            </a:extLst>
          </p:cNvPr>
          <p:cNvSpPr txBox="1"/>
          <p:nvPr/>
        </p:nvSpPr>
        <p:spPr>
          <a:xfrm>
            <a:off x="721350" y="3979725"/>
            <a:ext cx="1764398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Roboto"/>
                <a:ea typeface="Roboto"/>
                <a:cs typeface="Roboto"/>
                <a:sym typeface="Roboto"/>
              </a:rPr>
              <a:t>Liderazgo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7" name="Google Shape;2627;p43">
            <a:extLst>
              <a:ext uri="{FF2B5EF4-FFF2-40B4-BE49-F238E27FC236}">
                <a16:creationId xmlns:a16="http://schemas.microsoft.com/office/drawing/2014/main" id="{44D1F515-8A68-3E8C-2D3C-0899CE522015}"/>
              </a:ext>
            </a:extLst>
          </p:cNvPr>
          <p:cNvSpPr txBox="1"/>
          <p:nvPr/>
        </p:nvSpPr>
        <p:spPr>
          <a:xfrm>
            <a:off x="2141548" y="4244850"/>
            <a:ext cx="5835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80%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6D620C-38B6-DE1E-326E-D52B780D5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640" y="1549328"/>
            <a:ext cx="2615656" cy="2034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Google Shape;2618;p43">
            <a:extLst>
              <a:ext uri="{FF2B5EF4-FFF2-40B4-BE49-F238E27FC236}">
                <a16:creationId xmlns:a16="http://schemas.microsoft.com/office/drawing/2014/main" id="{D9140D92-8B71-96C5-657E-8F8DFFEB7F54}"/>
              </a:ext>
            </a:extLst>
          </p:cNvPr>
          <p:cNvSpPr/>
          <p:nvPr/>
        </p:nvSpPr>
        <p:spPr>
          <a:xfrm>
            <a:off x="1351872" y="4324012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618;p43">
            <a:extLst>
              <a:ext uri="{FF2B5EF4-FFF2-40B4-BE49-F238E27FC236}">
                <a16:creationId xmlns:a16="http://schemas.microsoft.com/office/drawing/2014/main" id="{66C5C979-5D3D-4915-B891-4845CCCE1874}"/>
              </a:ext>
            </a:extLst>
          </p:cNvPr>
          <p:cNvSpPr/>
          <p:nvPr/>
        </p:nvSpPr>
        <p:spPr>
          <a:xfrm>
            <a:off x="1486516" y="4326164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618;p43">
            <a:extLst>
              <a:ext uri="{FF2B5EF4-FFF2-40B4-BE49-F238E27FC236}">
                <a16:creationId xmlns:a16="http://schemas.microsoft.com/office/drawing/2014/main" id="{31D88279-8603-4542-9EB6-836EE881D669}"/>
              </a:ext>
            </a:extLst>
          </p:cNvPr>
          <p:cNvSpPr/>
          <p:nvPr/>
        </p:nvSpPr>
        <p:spPr>
          <a:xfrm>
            <a:off x="1614230" y="4326164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18;p43">
            <a:extLst>
              <a:ext uri="{FF2B5EF4-FFF2-40B4-BE49-F238E27FC236}">
                <a16:creationId xmlns:a16="http://schemas.microsoft.com/office/drawing/2014/main" id="{F8AAEAC5-B41C-3E8C-C164-E500E4116B6E}"/>
              </a:ext>
            </a:extLst>
          </p:cNvPr>
          <p:cNvSpPr/>
          <p:nvPr/>
        </p:nvSpPr>
        <p:spPr>
          <a:xfrm>
            <a:off x="1761914" y="4324021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609;p43">
            <a:extLst>
              <a:ext uri="{FF2B5EF4-FFF2-40B4-BE49-F238E27FC236}">
                <a16:creationId xmlns:a16="http://schemas.microsoft.com/office/drawing/2014/main" id="{ECB65A7C-5BC9-2D96-A79E-4498C9898410}"/>
              </a:ext>
            </a:extLst>
          </p:cNvPr>
          <p:cNvSpPr/>
          <p:nvPr/>
        </p:nvSpPr>
        <p:spPr>
          <a:xfrm>
            <a:off x="1629635" y="3827816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609;p43">
            <a:extLst>
              <a:ext uri="{FF2B5EF4-FFF2-40B4-BE49-F238E27FC236}">
                <a16:creationId xmlns:a16="http://schemas.microsoft.com/office/drawing/2014/main" id="{93891C5E-738A-1EEB-0421-F7C6E774AF52}"/>
              </a:ext>
            </a:extLst>
          </p:cNvPr>
          <p:cNvSpPr/>
          <p:nvPr/>
        </p:nvSpPr>
        <p:spPr>
          <a:xfrm>
            <a:off x="1766271" y="3826507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609;p43">
            <a:extLst>
              <a:ext uri="{FF2B5EF4-FFF2-40B4-BE49-F238E27FC236}">
                <a16:creationId xmlns:a16="http://schemas.microsoft.com/office/drawing/2014/main" id="{8C44B619-31AE-C29B-935E-1CE5B0C7D308}"/>
              </a:ext>
            </a:extLst>
          </p:cNvPr>
          <p:cNvSpPr/>
          <p:nvPr/>
        </p:nvSpPr>
        <p:spPr>
          <a:xfrm>
            <a:off x="1900275" y="3830450"/>
            <a:ext cx="99300" cy="99300"/>
          </a:xfrm>
          <a:prstGeom prst="ellipse">
            <a:avLst/>
          </a:prstGeom>
          <a:gradFill>
            <a:gsLst>
              <a:gs pos="0">
                <a:srgbClr val="919CD4"/>
              </a:gs>
              <a:gs pos="100000">
                <a:srgbClr val="47559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923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0BB46F1B-8423-0EC1-9B10-EDA3B8BA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>
            <a:extLst>
              <a:ext uri="{FF2B5EF4-FFF2-40B4-BE49-F238E27FC236}">
                <a16:creationId xmlns:a16="http://schemas.microsoft.com/office/drawing/2014/main" id="{44C2B803-4A35-DEB2-8903-C6C025416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Aniversario</a:t>
            </a:r>
            <a:r>
              <a:rPr lang="en" dirty="0"/>
              <a:t> de </a:t>
            </a:r>
            <a:r>
              <a:rPr lang="en" dirty="0" err="1"/>
              <a:t>casados</a:t>
            </a:r>
            <a:endParaRPr dirty="0"/>
          </a:p>
        </p:txBody>
      </p:sp>
      <p:sp>
        <p:nvSpPr>
          <p:cNvPr id="1648" name="Google Shape;1648;p35">
            <a:extLst>
              <a:ext uri="{FF2B5EF4-FFF2-40B4-BE49-F238E27FC236}">
                <a16:creationId xmlns:a16="http://schemas.microsoft.com/office/drawing/2014/main" id="{E373FE94-5677-DE9B-BD85-B8398DB5619E}"/>
              </a:ext>
            </a:extLst>
          </p:cNvPr>
          <p:cNvSpPr/>
          <p:nvPr/>
        </p:nvSpPr>
        <p:spPr>
          <a:xfrm>
            <a:off x="492313" y="981425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>
            <a:extLst>
              <a:ext uri="{FF2B5EF4-FFF2-40B4-BE49-F238E27FC236}">
                <a16:creationId xmlns:a16="http://schemas.microsoft.com/office/drawing/2014/main" id="{02087046-18C9-66C3-5A7C-E7A77256E019}"/>
              </a:ext>
            </a:extLst>
          </p:cNvPr>
          <p:cNvGrpSpPr/>
          <p:nvPr/>
        </p:nvGrpSpPr>
        <p:grpSpPr>
          <a:xfrm>
            <a:off x="582235" y="1074122"/>
            <a:ext cx="2741854" cy="2396994"/>
            <a:chOff x="562747" y="1074122"/>
            <a:chExt cx="2741854" cy="2396994"/>
          </a:xfrm>
        </p:grpSpPr>
        <p:sp>
          <p:nvSpPr>
            <p:cNvPr id="1650" name="Google Shape;1650;p35">
              <a:extLst>
                <a:ext uri="{FF2B5EF4-FFF2-40B4-BE49-F238E27FC236}">
                  <a16:creationId xmlns:a16="http://schemas.microsoft.com/office/drawing/2014/main" id="{B135767F-540F-1150-401E-3CC4375B5EBF}"/>
                </a:ext>
              </a:extLst>
            </p:cNvPr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>
              <a:extLst>
                <a:ext uri="{FF2B5EF4-FFF2-40B4-BE49-F238E27FC236}">
                  <a16:creationId xmlns:a16="http://schemas.microsoft.com/office/drawing/2014/main" id="{5C8DE711-0531-10D4-273F-64673F05B4D6}"/>
                </a:ext>
              </a:extLst>
            </p:cNvPr>
            <p:cNvSpPr txBox="1"/>
            <p:nvPr/>
          </p:nvSpPr>
          <p:spPr>
            <a:xfrm>
              <a:off x="562747" y="202046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Estudios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2" name="Google Shape;1652;p35">
              <a:extLst>
                <a:ext uri="{FF2B5EF4-FFF2-40B4-BE49-F238E27FC236}">
                  <a16:creationId xmlns:a16="http://schemas.microsoft.com/office/drawing/2014/main" id="{C2D35A3E-55BA-006A-887B-19BE328CDB9C}"/>
                </a:ext>
              </a:extLst>
            </p:cNvPr>
            <p:cNvSpPr txBox="1"/>
            <p:nvPr/>
          </p:nvSpPr>
          <p:spPr>
            <a:xfrm>
              <a:off x="562747" y="174033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Genero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>
              <a:extLst>
                <a:ext uri="{FF2B5EF4-FFF2-40B4-BE49-F238E27FC236}">
                  <a16:creationId xmlns:a16="http://schemas.microsoft.com/office/drawing/2014/main" id="{2C46C633-647B-E770-2902-8E224A48737C}"/>
                </a:ext>
              </a:extLst>
            </p:cNvPr>
            <p:cNvSpPr txBox="1"/>
            <p:nvPr/>
          </p:nvSpPr>
          <p:spPr>
            <a:xfrm>
              <a:off x="562747" y="14602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Edad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>
              <a:extLst>
                <a:ext uri="{FF2B5EF4-FFF2-40B4-BE49-F238E27FC236}">
                  <a16:creationId xmlns:a16="http://schemas.microsoft.com/office/drawing/2014/main" id="{32414A19-855D-E585-7EE1-55F1F3698F75}"/>
                </a:ext>
              </a:extLst>
            </p:cNvPr>
            <p:cNvSpPr txBox="1"/>
            <p:nvPr/>
          </p:nvSpPr>
          <p:spPr>
            <a:xfrm>
              <a:off x="571403" y="2633980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Salario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5" name="Google Shape;1655;p35">
              <a:extLst>
                <a:ext uri="{FF2B5EF4-FFF2-40B4-BE49-F238E27FC236}">
                  <a16:creationId xmlns:a16="http://schemas.microsoft.com/office/drawing/2014/main" id="{88BD995D-9541-B00D-6555-39E63BA9D759}"/>
                </a:ext>
              </a:extLst>
            </p:cNvPr>
            <p:cNvSpPr txBox="1"/>
            <p:nvPr/>
          </p:nvSpPr>
          <p:spPr>
            <a:xfrm>
              <a:off x="571403" y="230058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Empleo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>
              <a:extLst>
                <a:ext uri="{FF2B5EF4-FFF2-40B4-BE49-F238E27FC236}">
                  <a16:creationId xmlns:a16="http://schemas.microsoft.com/office/drawing/2014/main" id="{D22C47EA-03B7-E427-BDDF-6DF611CA2E46}"/>
                </a:ext>
              </a:extLst>
            </p:cNvPr>
            <p:cNvSpPr txBox="1"/>
            <p:nvPr/>
          </p:nvSpPr>
          <p:spPr>
            <a:xfrm>
              <a:off x="1205148" y="2002850"/>
              <a:ext cx="1947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Profesional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</a:t>
              </a: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ingeniería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35">
              <a:extLst>
                <a:ext uri="{FF2B5EF4-FFF2-40B4-BE49-F238E27FC236}">
                  <a16:creationId xmlns:a16="http://schemas.microsoft.com/office/drawing/2014/main" id="{8E589653-3FC9-4F81-C1A6-D52C61F521C4}"/>
                </a:ext>
              </a:extLst>
            </p:cNvPr>
            <p:cNvSpPr txBox="1"/>
            <p:nvPr/>
          </p:nvSpPr>
          <p:spPr>
            <a:xfrm>
              <a:off x="1658569" y="1722910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Masculino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>
              <a:extLst>
                <a:ext uri="{FF2B5EF4-FFF2-40B4-BE49-F238E27FC236}">
                  <a16:creationId xmlns:a16="http://schemas.microsoft.com/office/drawing/2014/main" id="{54FD358B-4645-F907-A885-583B55FBE645}"/>
                </a:ext>
              </a:extLst>
            </p:cNvPr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34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>
              <a:extLst>
                <a:ext uri="{FF2B5EF4-FFF2-40B4-BE49-F238E27FC236}">
                  <a16:creationId xmlns:a16="http://schemas.microsoft.com/office/drawing/2014/main" id="{F4D9962E-D7EB-927F-EFA1-8C7CD066BBC6}"/>
                </a:ext>
              </a:extLst>
            </p:cNvPr>
            <p:cNvSpPr txBox="1"/>
            <p:nvPr/>
          </p:nvSpPr>
          <p:spPr>
            <a:xfrm>
              <a:off x="1167834" y="2642986"/>
              <a:ext cx="213676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$ 5.000.000 – $ 6.000.000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>
              <a:extLst>
                <a:ext uri="{FF2B5EF4-FFF2-40B4-BE49-F238E27FC236}">
                  <a16:creationId xmlns:a16="http://schemas.microsoft.com/office/drawing/2014/main" id="{29F04ABC-AE64-7A69-7F91-02A0B96EA4A1}"/>
                </a:ext>
              </a:extLst>
            </p:cNvPr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>
            <a:extLst>
              <a:ext uri="{FF2B5EF4-FFF2-40B4-BE49-F238E27FC236}">
                <a16:creationId xmlns:a16="http://schemas.microsoft.com/office/drawing/2014/main" id="{8127E68E-101B-4A03-0044-94AD2FCE7DFA}"/>
              </a:ext>
            </a:extLst>
          </p:cNvPr>
          <p:cNvGrpSpPr/>
          <p:nvPr/>
        </p:nvGrpSpPr>
        <p:grpSpPr>
          <a:xfrm>
            <a:off x="633103" y="3356803"/>
            <a:ext cx="2376986" cy="1127325"/>
            <a:chOff x="613915" y="3356803"/>
            <a:chExt cx="2376986" cy="1127325"/>
          </a:xfrm>
        </p:grpSpPr>
        <p:sp>
          <p:nvSpPr>
            <p:cNvPr id="1662" name="Google Shape;1662;p35">
              <a:extLst>
                <a:ext uri="{FF2B5EF4-FFF2-40B4-BE49-F238E27FC236}">
                  <a16:creationId xmlns:a16="http://schemas.microsoft.com/office/drawing/2014/main" id="{0ADE9096-A2C7-262E-D1B7-D86DAFDFE802}"/>
                </a:ext>
              </a:extLst>
            </p:cNvPr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>
              <a:extLst>
                <a:ext uri="{FF2B5EF4-FFF2-40B4-BE49-F238E27FC236}">
                  <a16:creationId xmlns:a16="http://schemas.microsoft.com/office/drawing/2014/main" id="{49D469A2-49D4-D11D-B67F-328CA44946BF}"/>
                </a:ext>
              </a:extLst>
            </p:cNvPr>
            <p:cNvGrpSpPr/>
            <p:nvPr/>
          </p:nvGrpSpPr>
          <p:grpSpPr>
            <a:xfrm>
              <a:off x="613915" y="3871935"/>
              <a:ext cx="2376986" cy="612193"/>
              <a:chOff x="615934" y="3871935"/>
              <a:chExt cx="2376986" cy="612193"/>
            </a:xfrm>
          </p:grpSpPr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69CE3A60-6537-18B1-9C70-9AE74012958B}"/>
                  </a:ext>
                </a:extLst>
              </p:cNvPr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Detallista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29BCF9F4-637B-677A-142A-189A41F39EAC}"/>
                  </a:ext>
                </a:extLst>
              </p:cNvPr>
              <p:cNvSpPr txBox="1"/>
              <p:nvPr/>
            </p:nvSpPr>
            <p:spPr>
              <a:xfrm>
                <a:off x="1860502" y="4229428"/>
                <a:ext cx="1025729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Orientación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al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logro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8B192482-38A8-61F7-7100-71950FC96D58}"/>
                  </a:ext>
                </a:extLst>
              </p:cNvPr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Dinamismo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62C8F8A2-B376-E529-B943-02BB3397AAD0}"/>
                  </a:ext>
                </a:extLst>
              </p:cNvPr>
              <p:cNvSpPr txBox="1"/>
              <p:nvPr/>
            </p:nvSpPr>
            <p:spPr>
              <a:xfrm flipH="1">
                <a:off x="61593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Enfoque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>
            <a:extLst>
              <a:ext uri="{FF2B5EF4-FFF2-40B4-BE49-F238E27FC236}">
                <a16:creationId xmlns:a16="http://schemas.microsoft.com/office/drawing/2014/main" id="{FCBD3C26-1B9E-CBA8-AD34-43EFA675BE63}"/>
              </a:ext>
            </a:extLst>
          </p:cNvPr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>
            <a:extLst>
              <a:ext uri="{FF2B5EF4-FFF2-40B4-BE49-F238E27FC236}">
                <a16:creationId xmlns:a16="http://schemas.microsoft.com/office/drawing/2014/main" id="{2A1E7229-0B49-75A1-4701-BC3916BB312D}"/>
              </a:ext>
            </a:extLst>
          </p:cNvPr>
          <p:cNvGrpSpPr/>
          <p:nvPr/>
        </p:nvGrpSpPr>
        <p:grpSpPr>
          <a:xfrm>
            <a:off x="6232631" y="3428203"/>
            <a:ext cx="2392090" cy="1074846"/>
            <a:chOff x="6175200" y="3428203"/>
            <a:chExt cx="2392090" cy="1074846"/>
          </a:xfrm>
        </p:grpSpPr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AEBBABA6-6AE5-1A4D-2A52-4F01BF484BF2}"/>
                </a:ext>
              </a:extLst>
            </p:cNvPr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F2D716A6-296C-E15F-9624-84B9FD102C17}"/>
                </a:ext>
              </a:extLst>
            </p:cNvPr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991CAADD-322E-EFFB-1262-06F9C51BDC05}"/>
                </a:ext>
              </a:extLst>
            </p:cNvPr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16ABC881-070A-DF4C-7C95-176826088BFB}"/>
                </a:ext>
              </a:extLst>
            </p:cNvPr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3E3610DD-17DA-56CA-864C-05794ECEC265}"/>
                </a:ext>
              </a:extLst>
            </p:cNvPr>
            <p:cNvSpPr txBox="1"/>
            <p:nvPr/>
          </p:nvSpPr>
          <p:spPr>
            <a:xfrm>
              <a:off x="6175200" y="4302625"/>
              <a:ext cx="730192" cy="168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Trabajo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7080ACA5-48AF-9EDB-95ED-AC84FD627507}"/>
                </a:ext>
              </a:extLst>
            </p:cNvPr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Familia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B3DFC7F9-58EB-D9D9-EB08-9DC14E0F6146}"/>
                </a:ext>
              </a:extLst>
            </p:cNvPr>
            <p:cNvSpPr txBox="1"/>
            <p:nvPr/>
          </p:nvSpPr>
          <p:spPr>
            <a:xfrm>
              <a:off x="7713790" y="4302625"/>
              <a:ext cx="853500" cy="200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Compras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1E5AA393-0C98-E220-1E46-05A6AA6F8A7D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FF9698B6-C2F2-ECCD-9D43-03CB8AC4B361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4514584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2705E6B3-DC54-A0E9-DC62-008A55CE4C0B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77769447-CB47-63AB-EF9C-128EBA565BE3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17671636"/>
                <a:gd name="adj2" fmla="val 6044034"/>
                <a:gd name="adj3" fmla="val 11499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4682D397-5129-021A-C895-6DE409D7760C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1F797817-069B-5539-4FC1-FD8D0B1BAB84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5418514"/>
                <a:gd name="adj2" fmla="val 5358042"/>
                <a:gd name="adj3" fmla="val 9102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>
            <a:extLst>
              <a:ext uri="{FF2B5EF4-FFF2-40B4-BE49-F238E27FC236}">
                <a16:creationId xmlns:a16="http://schemas.microsoft.com/office/drawing/2014/main" id="{9182751D-CA51-4B8B-6BA9-2840694DB65F}"/>
              </a:ext>
            </a:extLst>
          </p:cNvPr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08C30E11-F16B-3BE6-478D-98D7B6FB7F75}"/>
                </a:ext>
              </a:extLst>
            </p:cNvPr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251A4F6A-61B2-425C-8373-EEDA06E6D6D7}"/>
                </a:ext>
              </a:extLst>
            </p:cNvPr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4B002926-C089-37CB-98ED-66AE6C41B1A2}"/>
                </a:ext>
              </a:extLst>
            </p:cNvPr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>
              <a:extLst>
                <a:ext uri="{FF2B5EF4-FFF2-40B4-BE49-F238E27FC236}">
                  <a16:creationId xmlns:a16="http://schemas.microsoft.com/office/drawing/2014/main" id="{1188638C-8010-BC7B-3965-235532F00DC0}"/>
                </a:ext>
              </a:extLst>
            </p:cNvPr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>
                <a:extLst>
                  <a:ext uri="{FF2B5EF4-FFF2-40B4-BE49-F238E27FC236}">
                    <a16:creationId xmlns:a16="http://schemas.microsoft.com/office/drawing/2014/main" id="{99508A42-DD03-2E0D-1C88-1E70B4047206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>
                <a:extLst>
                  <a:ext uri="{FF2B5EF4-FFF2-40B4-BE49-F238E27FC236}">
                    <a16:creationId xmlns:a16="http://schemas.microsoft.com/office/drawing/2014/main" id="{29F2236D-5B27-8229-8CDA-D5AFBD374E2F}"/>
                  </a:ext>
                </a:extLst>
              </p:cNvPr>
              <p:cNvSpPr/>
              <p:nvPr/>
            </p:nvSpPr>
            <p:spPr>
              <a:xfrm>
                <a:off x="4095816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0BCBA25B-006B-C08A-AF50-710500C641A7}"/>
                </a:ext>
              </a:extLst>
            </p:cNvPr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5E6B9D17-5442-CC4E-7EF4-304CA560DF7D}"/>
                </a:ext>
              </a:extLst>
            </p:cNvPr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>
              <a:extLst>
                <a:ext uri="{FF2B5EF4-FFF2-40B4-BE49-F238E27FC236}">
                  <a16:creationId xmlns:a16="http://schemas.microsoft.com/office/drawing/2014/main" id="{7B23DE86-0CAA-2351-8871-E9C88DE291E1}"/>
                </a:ext>
              </a:extLst>
            </p:cNvPr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>
                <a:extLst>
                  <a:ext uri="{FF2B5EF4-FFF2-40B4-BE49-F238E27FC236}">
                    <a16:creationId xmlns:a16="http://schemas.microsoft.com/office/drawing/2014/main" id="{4C4C478D-2FF9-7E4C-B8DF-04F2DBACE445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>
                <a:extLst>
                  <a:ext uri="{FF2B5EF4-FFF2-40B4-BE49-F238E27FC236}">
                    <a16:creationId xmlns:a16="http://schemas.microsoft.com/office/drawing/2014/main" id="{F8E5B852-92B2-CD7D-89B5-E6E09122EE18}"/>
                  </a:ext>
                </a:extLst>
              </p:cNvPr>
              <p:cNvSpPr/>
              <p:nvPr/>
            </p:nvSpPr>
            <p:spPr>
              <a:xfrm>
                <a:off x="5005930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BB436D2F-6EEA-472F-7CE8-6F312E03BC16}"/>
                </a:ext>
              </a:extLst>
            </p:cNvPr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3734F313-CE2E-F26D-E543-852FA87888EE}"/>
                </a:ext>
              </a:extLst>
            </p:cNvPr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>
              <a:extLst>
                <a:ext uri="{FF2B5EF4-FFF2-40B4-BE49-F238E27FC236}">
                  <a16:creationId xmlns:a16="http://schemas.microsoft.com/office/drawing/2014/main" id="{F656D339-CB86-A483-451C-4ED5F6B180C6}"/>
                </a:ext>
              </a:extLst>
            </p:cNvPr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>
                <a:extLst>
                  <a:ext uri="{FF2B5EF4-FFF2-40B4-BE49-F238E27FC236}">
                    <a16:creationId xmlns:a16="http://schemas.microsoft.com/office/drawing/2014/main" id="{105ABE43-8304-12F0-482B-230F29187AE7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>
                <a:extLst>
                  <a:ext uri="{FF2B5EF4-FFF2-40B4-BE49-F238E27FC236}">
                    <a16:creationId xmlns:a16="http://schemas.microsoft.com/office/drawing/2014/main" id="{082EA099-9388-428E-85C2-56177373BD59}"/>
                  </a:ext>
                </a:extLst>
              </p:cNvPr>
              <p:cNvSpPr/>
              <p:nvPr/>
            </p:nvSpPr>
            <p:spPr>
              <a:xfrm>
                <a:off x="5009129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1656;p35">
            <a:extLst>
              <a:ext uri="{FF2B5EF4-FFF2-40B4-BE49-F238E27FC236}">
                <a16:creationId xmlns:a16="http://schemas.microsoft.com/office/drawing/2014/main" id="{C963FABE-E9DC-1FB5-D4E3-F65F0C5EAD25}"/>
              </a:ext>
            </a:extLst>
          </p:cNvPr>
          <p:cNvSpPr txBox="1"/>
          <p:nvPr/>
        </p:nvSpPr>
        <p:spPr>
          <a:xfrm>
            <a:off x="1320800" y="2339653"/>
            <a:ext cx="1710863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latin typeface="Roboto"/>
                <a:ea typeface="Roboto"/>
                <a:cs typeface="Roboto"/>
                <a:sym typeface="Roboto"/>
              </a:rPr>
              <a:t>Empresa de servicios de construcción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13A8AC0A-CF9D-AD16-3FBB-325452938F24}"/>
              </a:ext>
            </a:extLst>
          </p:cNvPr>
          <p:cNvSpPr txBox="1"/>
          <p:nvPr/>
        </p:nvSpPr>
        <p:spPr>
          <a:xfrm>
            <a:off x="580556" y="2936353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B0DC5843-80B1-ECA8-DD8C-EFBC62837A77}"/>
              </a:ext>
            </a:extLst>
          </p:cNvPr>
          <p:cNvSpPr txBox="1"/>
          <p:nvPr/>
        </p:nvSpPr>
        <p:spPr>
          <a:xfrm>
            <a:off x="1501244" y="2908721"/>
            <a:ext cx="1606169" cy="3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Palmira, Valle del Cauca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B86A87-93D0-4B29-8574-360C91690E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9286" y="1570319"/>
            <a:ext cx="2723894" cy="21185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552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8250396C-5C57-7973-C9DC-6B5734F0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>
            <a:extLst>
              <a:ext uri="{FF2B5EF4-FFF2-40B4-BE49-F238E27FC236}">
                <a16:creationId xmlns:a16="http://schemas.microsoft.com/office/drawing/2014/main" id="{E20A0F63-358B-5ADE-DAD3-CDFD0941C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Comunidades</a:t>
            </a:r>
            <a:r>
              <a:rPr lang="en" dirty="0"/>
              <a:t> </a:t>
            </a:r>
            <a:r>
              <a:rPr lang="en" dirty="0" err="1"/>
              <a:t>religiosas</a:t>
            </a:r>
            <a:endParaRPr dirty="0"/>
          </a:p>
        </p:txBody>
      </p:sp>
      <p:sp>
        <p:nvSpPr>
          <p:cNvPr id="1648" name="Google Shape;1648;p35">
            <a:extLst>
              <a:ext uri="{FF2B5EF4-FFF2-40B4-BE49-F238E27FC236}">
                <a16:creationId xmlns:a16="http://schemas.microsoft.com/office/drawing/2014/main" id="{0B61774E-5DDC-35BB-47BF-4B28F8D31993}"/>
              </a:ext>
            </a:extLst>
          </p:cNvPr>
          <p:cNvSpPr/>
          <p:nvPr/>
        </p:nvSpPr>
        <p:spPr>
          <a:xfrm>
            <a:off x="492313" y="981425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>
            <a:extLst>
              <a:ext uri="{FF2B5EF4-FFF2-40B4-BE49-F238E27FC236}">
                <a16:creationId xmlns:a16="http://schemas.microsoft.com/office/drawing/2014/main" id="{0CB57392-9BB0-258A-8080-73A88477CC22}"/>
              </a:ext>
            </a:extLst>
          </p:cNvPr>
          <p:cNvGrpSpPr/>
          <p:nvPr/>
        </p:nvGrpSpPr>
        <p:grpSpPr>
          <a:xfrm>
            <a:off x="582235" y="1074122"/>
            <a:ext cx="2839251" cy="2396994"/>
            <a:chOff x="562747" y="1074122"/>
            <a:chExt cx="2839251" cy="2396994"/>
          </a:xfrm>
        </p:grpSpPr>
        <p:sp>
          <p:nvSpPr>
            <p:cNvPr id="1650" name="Google Shape;1650;p35">
              <a:extLst>
                <a:ext uri="{FF2B5EF4-FFF2-40B4-BE49-F238E27FC236}">
                  <a16:creationId xmlns:a16="http://schemas.microsoft.com/office/drawing/2014/main" id="{55DBFAE0-FCAD-6B21-2ED8-116CFCD9D2FC}"/>
                </a:ext>
              </a:extLst>
            </p:cNvPr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>
              <a:extLst>
                <a:ext uri="{FF2B5EF4-FFF2-40B4-BE49-F238E27FC236}">
                  <a16:creationId xmlns:a16="http://schemas.microsoft.com/office/drawing/2014/main" id="{ECCD13E7-3414-58AA-3FD9-6BA492037778}"/>
                </a:ext>
              </a:extLst>
            </p:cNvPr>
            <p:cNvSpPr txBox="1"/>
            <p:nvPr/>
          </p:nvSpPr>
          <p:spPr>
            <a:xfrm>
              <a:off x="562747" y="202046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Estudios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2" name="Google Shape;1652;p35">
              <a:extLst>
                <a:ext uri="{FF2B5EF4-FFF2-40B4-BE49-F238E27FC236}">
                  <a16:creationId xmlns:a16="http://schemas.microsoft.com/office/drawing/2014/main" id="{D316A96A-D812-FFB1-0AA0-88BE57909B52}"/>
                </a:ext>
              </a:extLst>
            </p:cNvPr>
            <p:cNvSpPr txBox="1"/>
            <p:nvPr/>
          </p:nvSpPr>
          <p:spPr>
            <a:xfrm>
              <a:off x="562747" y="174033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Genero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>
              <a:extLst>
                <a:ext uri="{FF2B5EF4-FFF2-40B4-BE49-F238E27FC236}">
                  <a16:creationId xmlns:a16="http://schemas.microsoft.com/office/drawing/2014/main" id="{07BE3BBD-8BEC-8637-47DD-55D9C19A2982}"/>
                </a:ext>
              </a:extLst>
            </p:cNvPr>
            <p:cNvSpPr txBox="1"/>
            <p:nvPr/>
          </p:nvSpPr>
          <p:spPr>
            <a:xfrm>
              <a:off x="562747" y="1460212"/>
              <a:ext cx="108392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Experiencia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>
              <a:extLst>
                <a:ext uri="{FF2B5EF4-FFF2-40B4-BE49-F238E27FC236}">
                  <a16:creationId xmlns:a16="http://schemas.microsoft.com/office/drawing/2014/main" id="{F7DEE6B3-6D38-2A52-0EF6-52DD6D78D254}"/>
                </a:ext>
              </a:extLst>
            </p:cNvPr>
            <p:cNvSpPr txBox="1"/>
            <p:nvPr/>
          </p:nvSpPr>
          <p:spPr>
            <a:xfrm>
              <a:off x="571403" y="2580712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Ingresos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5" name="Google Shape;1655;p35">
              <a:extLst>
                <a:ext uri="{FF2B5EF4-FFF2-40B4-BE49-F238E27FC236}">
                  <a16:creationId xmlns:a16="http://schemas.microsoft.com/office/drawing/2014/main" id="{98A26C15-D0B1-B9FF-02B2-9B220583B231}"/>
                </a:ext>
              </a:extLst>
            </p:cNvPr>
            <p:cNvSpPr txBox="1"/>
            <p:nvPr/>
          </p:nvSpPr>
          <p:spPr>
            <a:xfrm>
              <a:off x="571403" y="2300587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Empleo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>
              <a:extLst>
                <a:ext uri="{FF2B5EF4-FFF2-40B4-BE49-F238E27FC236}">
                  <a16:creationId xmlns:a16="http://schemas.microsoft.com/office/drawing/2014/main" id="{C132894B-FC80-CA93-6DE6-71DCB888B4A9}"/>
                </a:ext>
              </a:extLst>
            </p:cNvPr>
            <p:cNvSpPr txBox="1"/>
            <p:nvPr/>
          </p:nvSpPr>
          <p:spPr>
            <a:xfrm>
              <a:off x="1232486" y="2002850"/>
              <a:ext cx="177761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latin typeface="Roboto"/>
                  <a:ea typeface="Roboto"/>
                  <a:cs typeface="Roboto"/>
                  <a:sym typeface="Roboto"/>
                </a:rPr>
                <a:t>Teología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35">
              <a:extLst>
                <a:ext uri="{FF2B5EF4-FFF2-40B4-BE49-F238E27FC236}">
                  <a16:creationId xmlns:a16="http://schemas.microsoft.com/office/drawing/2014/main" id="{E507CBC1-D0CA-0348-12BB-5DFFABAD5D01}"/>
                </a:ext>
              </a:extLst>
            </p:cNvPr>
            <p:cNvSpPr txBox="1"/>
            <p:nvPr/>
          </p:nvSpPr>
          <p:spPr>
            <a:xfrm>
              <a:off x="1658569" y="1722910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Masculino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>
              <a:extLst>
                <a:ext uri="{FF2B5EF4-FFF2-40B4-BE49-F238E27FC236}">
                  <a16:creationId xmlns:a16="http://schemas.microsoft.com/office/drawing/2014/main" id="{E6A1798D-6B79-5E73-E4CD-6FA7C1E745EF}"/>
                </a:ext>
              </a:extLst>
            </p:cNvPr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30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>
              <a:extLst>
                <a:ext uri="{FF2B5EF4-FFF2-40B4-BE49-F238E27FC236}">
                  <a16:creationId xmlns:a16="http://schemas.microsoft.com/office/drawing/2014/main" id="{C0A838D2-2BC5-7B40-5B77-44DB1ACAD734}"/>
                </a:ext>
              </a:extLst>
            </p:cNvPr>
            <p:cNvSpPr txBox="1"/>
            <p:nvPr/>
          </p:nvSpPr>
          <p:spPr>
            <a:xfrm>
              <a:off x="1265231" y="2608791"/>
              <a:ext cx="213676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$ 7.000.000 – $ 8.000.000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>
              <a:extLst>
                <a:ext uri="{FF2B5EF4-FFF2-40B4-BE49-F238E27FC236}">
                  <a16:creationId xmlns:a16="http://schemas.microsoft.com/office/drawing/2014/main" id="{DCA4CAE8-FBAC-18F3-1B85-7A25171256C8}"/>
                </a:ext>
              </a:extLst>
            </p:cNvPr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>
            <a:extLst>
              <a:ext uri="{FF2B5EF4-FFF2-40B4-BE49-F238E27FC236}">
                <a16:creationId xmlns:a16="http://schemas.microsoft.com/office/drawing/2014/main" id="{A4099788-1917-09B1-062D-F1A4C430EA5C}"/>
              </a:ext>
            </a:extLst>
          </p:cNvPr>
          <p:cNvGrpSpPr/>
          <p:nvPr/>
        </p:nvGrpSpPr>
        <p:grpSpPr>
          <a:xfrm>
            <a:off x="633103" y="3356803"/>
            <a:ext cx="2376986" cy="1127325"/>
            <a:chOff x="613915" y="3356803"/>
            <a:chExt cx="2376986" cy="1127325"/>
          </a:xfrm>
        </p:grpSpPr>
        <p:sp>
          <p:nvSpPr>
            <p:cNvPr id="1662" name="Google Shape;1662;p35">
              <a:extLst>
                <a:ext uri="{FF2B5EF4-FFF2-40B4-BE49-F238E27FC236}">
                  <a16:creationId xmlns:a16="http://schemas.microsoft.com/office/drawing/2014/main" id="{B3A54B97-24AC-9ABD-826C-8D1ABF9B19BC}"/>
                </a:ext>
              </a:extLst>
            </p:cNvPr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>
              <a:extLst>
                <a:ext uri="{FF2B5EF4-FFF2-40B4-BE49-F238E27FC236}">
                  <a16:creationId xmlns:a16="http://schemas.microsoft.com/office/drawing/2014/main" id="{02730C1D-F636-281B-43AF-451DE4C50886}"/>
                </a:ext>
              </a:extLst>
            </p:cNvPr>
            <p:cNvGrpSpPr/>
            <p:nvPr/>
          </p:nvGrpSpPr>
          <p:grpSpPr>
            <a:xfrm>
              <a:off x="613915" y="3871935"/>
              <a:ext cx="2376986" cy="612193"/>
              <a:chOff x="615934" y="3871935"/>
              <a:chExt cx="2376986" cy="612193"/>
            </a:xfrm>
          </p:grpSpPr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9C9988DC-E9AE-14D0-4D0A-2ED5A8103DD0}"/>
                  </a:ext>
                </a:extLst>
              </p:cNvPr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Detallista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9E9FA003-E086-E0A6-68E2-B39A8F56D098}"/>
                  </a:ext>
                </a:extLst>
              </p:cNvPr>
              <p:cNvSpPr txBox="1"/>
              <p:nvPr/>
            </p:nvSpPr>
            <p:spPr>
              <a:xfrm>
                <a:off x="202142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latin typeface="Roboto"/>
                    <a:ea typeface="Roboto"/>
                    <a:cs typeface="Roboto"/>
                    <a:sym typeface="Roboto"/>
                  </a:rPr>
                  <a:t>Estética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18E68239-8857-6F0D-BF6F-88DB77809BCC}"/>
                  </a:ext>
                </a:extLst>
              </p:cNvPr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Organizado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51C97F5F-5491-579B-909C-540DAD62DFD5}"/>
                  </a:ext>
                </a:extLst>
              </p:cNvPr>
              <p:cNvSpPr txBox="1"/>
              <p:nvPr/>
            </p:nvSpPr>
            <p:spPr>
              <a:xfrm flipH="1">
                <a:off x="61593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Enfoque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al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detalle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>
            <a:extLst>
              <a:ext uri="{FF2B5EF4-FFF2-40B4-BE49-F238E27FC236}">
                <a16:creationId xmlns:a16="http://schemas.microsoft.com/office/drawing/2014/main" id="{15E4C8E0-4748-3166-0A49-FE79196C9E97}"/>
              </a:ext>
            </a:extLst>
          </p:cNvPr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>
            <a:extLst>
              <a:ext uri="{FF2B5EF4-FFF2-40B4-BE49-F238E27FC236}">
                <a16:creationId xmlns:a16="http://schemas.microsoft.com/office/drawing/2014/main" id="{C7D2EA2A-8725-9346-C7F8-B077C27AE82A}"/>
              </a:ext>
            </a:extLst>
          </p:cNvPr>
          <p:cNvGrpSpPr/>
          <p:nvPr/>
        </p:nvGrpSpPr>
        <p:grpSpPr>
          <a:xfrm>
            <a:off x="6232631" y="3428203"/>
            <a:ext cx="2392090" cy="1074846"/>
            <a:chOff x="6175200" y="3428203"/>
            <a:chExt cx="2392090" cy="1074846"/>
          </a:xfrm>
        </p:grpSpPr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3E07771C-1B8E-DC2E-EAC1-AD109AD45FBA}"/>
                </a:ext>
              </a:extLst>
            </p:cNvPr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CC6EEC80-18F9-B855-A84A-2023577532B9}"/>
                </a:ext>
              </a:extLst>
            </p:cNvPr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2735085D-EDC9-6ED7-62AF-4DFED69EA15D}"/>
                </a:ext>
              </a:extLst>
            </p:cNvPr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154E6CC3-0EB6-E5CF-63E2-BF907387CECD}"/>
                </a:ext>
              </a:extLst>
            </p:cNvPr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82703EBE-EF7F-D984-F889-D41D5CAEBB6C}"/>
                </a:ext>
              </a:extLst>
            </p:cNvPr>
            <p:cNvSpPr txBox="1"/>
            <p:nvPr/>
          </p:nvSpPr>
          <p:spPr>
            <a:xfrm>
              <a:off x="6175200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Arte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09DC8349-AC1C-F009-6653-21BA91673744}"/>
                </a:ext>
              </a:extLst>
            </p:cNvPr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Trabajo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4D58B38E-257E-014D-556D-AAA57AB7B08E}"/>
                </a:ext>
              </a:extLst>
            </p:cNvPr>
            <p:cNvSpPr txBox="1"/>
            <p:nvPr/>
          </p:nvSpPr>
          <p:spPr>
            <a:xfrm>
              <a:off x="7713790" y="4302625"/>
              <a:ext cx="853500" cy="200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Compras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2874F878-30D8-51F0-3ACA-ACF7BEA998D3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8956308C-2756-18E3-A876-6C89421ECE64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1656626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5B9B9DDB-91E1-722D-6EA0-3F6680395E1A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847BE092-747D-5987-F904-ED2CCF71E011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21466370"/>
                <a:gd name="adj2" fmla="val 6044034"/>
                <a:gd name="adj3" fmla="val 11499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FBE921E3-2633-7690-7E46-77D2115B17E5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D5868525-4120-2FD8-0B23-C1E6B6A60BB5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5418514"/>
                <a:gd name="adj2" fmla="val 5358042"/>
                <a:gd name="adj3" fmla="val 9102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>
            <a:extLst>
              <a:ext uri="{FF2B5EF4-FFF2-40B4-BE49-F238E27FC236}">
                <a16:creationId xmlns:a16="http://schemas.microsoft.com/office/drawing/2014/main" id="{B83FDFA7-67BF-196E-CA25-A32C1DA65F2A}"/>
              </a:ext>
            </a:extLst>
          </p:cNvPr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0C239148-D8BF-2E19-E0D1-28F0E5D21C58}"/>
                </a:ext>
              </a:extLst>
            </p:cNvPr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138C3FC0-2897-188D-2474-089C0B78BA0B}"/>
                </a:ext>
              </a:extLst>
            </p:cNvPr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E431FC5A-37BF-267D-171A-52189DD522C1}"/>
                </a:ext>
              </a:extLst>
            </p:cNvPr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>
              <a:extLst>
                <a:ext uri="{FF2B5EF4-FFF2-40B4-BE49-F238E27FC236}">
                  <a16:creationId xmlns:a16="http://schemas.microsoft.com/office/drawing/2014/main" id="{CCF60DFD-F1C5-C1C4-FEF4-2666361A1D40}"/>
                </a:ext>
              </a:extLst>
            </p:cNvPr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>
                <a:extLst>
                  <a:ext uri="{FF2B5EF4-FFF2-40B4-BE49-F238E27FC236}">
                    <a16:creationId xmlns:a16="http://schemas.microsoft.com/office/drawing/2014/main" id="{80E2FE06-56E4-955D-8B7C-5159D606DAE9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>
                <a:extLst>
                  <a:ext uri="{FF2B5EF4-FFF2-40B4-BE49-F238E27FC236}">
                    <a16:creationId xmlns:a16="http://schemas.microsoft.com/office/drawing/2014/main" id="{C5FA8C6C-56D1-D06E-4ED5-2413BED69292}"/>
                  </a:ext>
                </a:extLst>
              </p:cNvPr>
              <p:cNvSpPr/>
              <p:nvPr/>
            </p:nvSpPr>
            <p:spPr>
              <a:xfrm>
                <a:off x="3565105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9D3371FE-6390-4FAD-3319-2DCF7D3EBB9A}"/>
                </a:ext>
              </a:extLst>
            </p:cNvPr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1BE243D2-D055-F5DE-CA12-66276D7AE795}"/>
                </a:ext>
              </a:extLst>
            </p:cNvPr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>
              <a:extLst>
                <a:ext uri="{FF2B5EF4-FFF2-40B4-BE49-F238E27FC236}">
                  <a16:creationId xmlns:a16="http://schemas.microsoft.com/office/drawing/2014/main" id="{EFCD043A-9C16-C24A-E2F8-373539BCC04E}"/>
                </a:ext>
              </a:extLst>
            </p:cNvPr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>
                <a:extLst>
                  <a:ext uri="{FF2B5EF4-FFF2-40B4-BE49-F238E27FC236}">
                    <a16:creationId xmlns:a16="http://schemas.microsoft.com/office/drawing/2014/main" id="{CB3B433D-704D-1968-32D5-F735E3C68CCC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>
                <a:extLst>
                  <a:ext uri="{FF2B5EF4-FFF2-40B4-BE49-F238E27FC236}">
                    <a16:creationId xmlns:a16="http://schemas.microsoft.com/office/drawing/2014/main" id="{84F46AC1-3251-B8F7-9A48-8178C3B04521}"/>
                  </a:ext>
                </a:extLst>
              </p:cNvPr>
              <p:cNvSpPr/>
              <p:nvPr/>
            </p:nvSpPr>
            <p:spPr>
              <a:xfrm>
                <a:off x="5092934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C770F177-B825-32D4-A155-0C6B49A8A54C}"/>
                </a:ext>
              </a:extLst>
            </p:cNvPr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14590079-A380-0A8F-ACA9-76800135A387}"/>
                </a:ext>
              </a:extLst>
            </p:cNvPr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>
              <a:extLst>
                <a:ext uri="{FF2B5EF4-FFF2-40B4-BE49-F238E27FC236}">
                  <a16:creationId xmlns:a16="http://schemas.microsoft.com/office/drawing/2014/main" id="{E9DD2775-C140-E57D-7814-D80CC3D3E726}"/>
                </a:ext>
              </a:extLst>
            </p:cNvPr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>
                <a:extLst>
                  <a:ext uri="{FF2B5EF4-FFF2-40B4-BE49-F238E27FC236}">
                    <a16:creationId xmlns:a16="http://schemas.microsoft.com/office/drawing/2014/main" id="{58FFF164-2A7B-FD2D-B752-92EE63AE2BF5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>
                <a:extLst>
                  <a:ext uri="{FF2B5EF4-FFF2-40B4-BE49-F238E27FC236}">
                    <a16:creationId xmlns:a16="http://schemas.microsoft.com/office/drawing/2014/main" id="{959A7B38-C9D5-4B48-2FE1-05286FB3E952}"/>
                  </a:ext>
                </a:extLst>
              </p:cNvPr>
              <p:cNvSpPr/>
              <p:nvPr/>
            </p:nvSpPr>
            <p:spPr>
              <a:xfrm>
                <a:off x="3608392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1656;p35">
            <a:extLst>
              <a:ext uri="{FF2B5EF4-FFF2-40B4-BE49-F238E27FC236}">
                <a16:creationId xmlns:a16="http://schemas.microsoft.com/office/drawing/2014/main" id="{D12E0095-2CD2-4C2E-6D8B-C733EF45ED7F}"/>
              </a:ext>
            </a:extLst>
          </p:cNvPr>
          <p:cNvSpPr txBox="1"/>
          <p:nvPr/>
        </p:nvSpPr>
        <p:spPr>
          <a:xfrm>
            <a:off x="1320800" y="2295263"/>
            <a:ext cx="1710863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latin typeface="Roboto"/>
                <a:ea typeface="Roboto"/>
                <a:cs typeface="Roboto"/>
                <a:sym typeface="Roboto"/>
              </a:rPr>
              <a:t>Funeraria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1498474D-653E-2D9D-E6F9-0388A43F4487}"/>
              </a:ext>
            </a:extLst>
          </p:cNvPr>
          <p:cNvSpPr txBox="1"/>
          <p:nvPr/>
        </p:nvSpPr>
        <p:spPr>
          <a:xfrm>
            <a:off x="580556" y="2936353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E4489F10-EF6F-8E56-A425-0DC4A977F708}"/>
              </a:ext>
            </a:extLst>
          </p:cNvPr>
          <p:cNvSpPr txBox="1"/>
          <p:nvPr/>
        </p:nvSpPr>
        <p:spPr>
          <a:xfrm>
            <a:off x="1513140" y="2888916"/>
            <a:ext cx="1606169" cy="3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Huila, San </a:t>
            </a:r>
            <a:r>
              <a:rPr lang="en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pedro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C3E468-9A1C-4EA4-0E58-784CABB7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9286" y="1570319"/>
            <a:ext cx="2723894" cy="21185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4222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D0DEAC38-77D0-1E1B-A7BA-8B0D75EA9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5">
            <a:extLst>
              <a:ext uri="{FF2B5EF4-FFF2-40B4-BE49-F238E27FC236}">
                <a16:creationId xmlns:a16="http://schemas.microsoft.com/office/drawing/2014/main" id="{6E8BBF7F-C5E2-930B-8616-227D8BD29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25" y="409575"/>
            <a:ext cx="8229600" cy="2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Ángel</a:t>
            </a:r>
            <a:r>
              <a:rPr lang="en" dirty="0"/>
              <a:t> </a:t>
            </a:r>
            <a:r>
              <a:rPr lang="en" dirty="0" err="1"/>
              <a:t>luzterna</a:t>
            </a:r>
            <a:endParaRPr dirty="0"/>
          </a:p>
        </p:txBody>
      </p:sp>
      <p:sp>
        <p:nvSpPr>
          <p:cNvPr id="1648" name="Google Shape;1648;p35">
            <a:extLst>
              <a:ext uri="{FF2B5EF4-FFF2-40B4-BE49-F238E27FC236}">
                <a16:creationId xmlns:a16="http://schemas.microsoft.com/office/drawing/2014/main" id="{FDDA887F-6111-FAAF-6215-026A759AD3CD}"/>
              </a:ext>
            </a:extLst>
          </p:cNvPr>
          <p:cNvSpPr/>
          <p:nvPr/>
        </p:nvSpPr>
        <p:spPr>
          <a:xfrm>
            <a:off x="499894" y="907597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9" name="Google Shape;1649;p35">
            <a:extLst>
              <a:ext uri="{FF2B5EF4-FFF2-40B4-BE49-F238E27FC236}">
                <a16:creationId xmlns:a16="http://schemas.microsoft.com/office/drawing/2014/main" id="{1DA508B1-2553-C3B4-96F8-C0ADFCAE4ADA}"/>
              </a:ext>
            </a:extLst>
          </p:cNvPr>
          <p:cNvGrpSpPr/>
          <p:nvPr/>
        </p:nvGrpSpPr>
        <p:grpSpPr>
          <a:xfrm>
            <a:off x="575180" y="1074122"/>
            <a:ext cx="2874182" cy="2396994"/>
            <a:chOff x="555692" y="1074122"/>
            <a:chExt cx="2874182" cy="2396994"/>
          </a:xfrm>
        </p:grpSpPr>
        <p:sp>
          <p:nvSpPr>
            <p:cNvPr id="1650" name="Google Shape;1650;p35">
              <a:extLst>
                <a:ext uri="{FF2B5EF4-FFF2-40B4-BE49-F238E27FC236}">
                  <a16:creationId xmlns:a16="http://schemas.microsoft.com/office/drawing/2014/main" id="{E40CFB0B-5302-6DA1-1B81-47B6681C16B9}"/>
                </a:ext>
              </a:extLst>
            </p:cNvPr>
            <p:cNvSpPr txBox="1"/>
            <p:nvPr/>
          </p:nvSpPr>
          <p:spPr>
            <a:xfrm>
              <a:off x="806875" y="1074122"/>
              <a:ext cx="1947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Información</a:t>
              </a:r>
              <a:r>
                <a:rPr lang="en" sz="1700" dirty="0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personal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1" name="Google Shape;1651;p35">
              <a:extLst>
                <a:ext uri="{FF2B5EF4-FFF2-40B4-BE49-F238E27FC236}">
                  <a16:creationId xmlns:a16="http://schemas.microsoft.com/office/drawing/2014/main" id="{5284001F-4C7F-7B2F-EDFD-D29D72EDE108}"/>
                </a:ext>
              </a:extLst>
            </p:cNvPr>
            <p:cNvSpPr txBox="1"/>
            <p:nvPr/>
          </p:nvSpPr>
          <p:spPr>
            <a:xfrm>
              <a:off x="555692" y="1780745"/>
              <a:ext cx="1083925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Formación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3" name="Google Shape;1653;p35">
              <a:extLst>
                <a:ext uri="{FF2B5EF4-FFF2-40B4-BE49-F238E27FC236}">
                  <a16:creationId xmlns:a16="http://schemas.microsoft.com/office/drawing/2014/main" id="{498960DA-2EE8-3B4F-64C2-F41EB2075332}"/>
                </a:ext>
              </a:extLst>
            </p:cNvPr>
            <p:cNvSpPr txBox="1"/>
            <p:nvPr/>
          </p:nvSpPr>
          <p:spPr>
            <a:xfrm>
              <a:off x="562747" y="1460212"/>
              <a:ext cx="108392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Experiencia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4" name="Google Shape;1654;p35">
              <a:extLst>
                <a:ext uri="{FF2B5EF4-FFF2-40B4-BE49-F238E27FC236}">
                  <a16:creationId xmlns:a16="http://schemas.microsoft.com/office/drawing/2014/main" id="{03C8D486-C151-97CF-D823-9B627964D277}"/>
                </a:ext>
              </a:extLst>
            </p:cNvPr>
            <p:cNvSpPr txBox="1"/>
            <p:nvPr/>
          </p:nvSpPr>
          <p:spPr>
            <a:xfrm>
              <a:off x="562576" y="2085180"/>
              <a:ext cx="952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Ingresos</a:t>
              </a:r>
              <a:endParaRPr sz="16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6" name="Google Shape;1656;p35">
              <a:extLst>
                <a:ext uri="{FF2B5EF4-FFF2-40B4-BE49-F238E27FC236}">
                  <a16:creationId xmlns:a16="http://schemas.microsoft.com/office/drawing/2014/main" id="{E4011249-3938-77DE-EE57-CEEABB6BE5B5}"/>
                </a:ext>
              </a:extLst>
            </p:cNvPr>
            <p:cNvSpPr txBox="1"/>
            <p:nvPr/>
          </p:nvSpPr>
          <p:spPr>
            <a:xfrm>
              <a:off x="1106296" y="1764826"/>
              <a:ext cx="1777616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Servicios </a:t>
              </a:r>
              <a:r>
                <a:rPr lang="es-ES" sz="1200" dirty="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funebres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8" name="Google Shape;1658;p35">
              <a:extLst>
                <a:ext uri="{FF2B5EF4-FFF2-40B4-BE49-F238E27FC236}">
                  <a16:creationId xmlns:a16="http://schemas.microsoft.com/office/drawing/2014/main" id="{A71B24DD-B4A4-905B-47E5-E0425E360F19}"/>
                </a:ext>
              </a:extLst>
            </p:cNvPr>
            <p:cNvSpPr txBox="1"/>
            <p:nvPr/>
          </p:nvSpPr>
          <p:spPr>
            <a:xfrm>
              <a:off x="1658569" y="1442969"/>
              <a:ext cx="12453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20 </a:t>
              </a: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años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5">
              <a:extLst>
                <a:ext uri="{FF2B5EF4-FFF2-40B4-BE49-F238E27FC236}">
                  <a16:creationId xmlns:a16="http://schemas.microsoft.com/office/drawing/2014/main" id="{90147CE5-2FCD-BE2E-3D8B-12FA867E0247}"/>
                </a:ext>
              </a:extLst>
            </p:cNvPr>
            <p:cNvSpPr txBox="1"/>
            <p:nvPr/>
          </p:nvSpPr>
          <p:spPr>
            <a:xfrm>
              <a:off x="1293107" y="2119281"/>
              <a:ext cx="2136767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$ 7.000.000 – $ 8.000.000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0" name="Google Shape;1660;p35">
              <a:extLst>
                <a:ext uri="{FF2B5EF4-FFF2-40B4-BE49-F238E27FC236}">
                  <a16:creationId xmlns:a16="http://schemas.microsoft.com/office/drawing/2014/main" id="{98F5C943-4FDB-9BBF-8307-19F37CD773A7}"/>
                </a:ext>
              </a:extLst>
            </p:cNvPr>
            <p:cNvSpPr txBox="1"/>
            <p:nvPr/>
          </p:nvSpPr>
          <p:spPr>
            <a:xfrm>
              <a:off x="802256" y="3216416"/>
              <a:ext cx="1359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1" name="Google Shape;1661;p35">
            <a:extLst>
              <a:ext uri="{FF2B5EF4-FFF2-40B4-BE49-F238E27FC236}">
                <a16:creationId xmlns:a16="http://schemas.microsoft.com/office/drawing/2014/main" id="{D9915FA1-3094-A59E-7A5D-197C10A3CAE6}"/>
              </a:ext>
            </a:extLst>
          </p:cNvPr>
          <p:cNvGrpSpPr/>
          <p:nvPr/>
        </p:nvGrpSpPr>
        <p:grpSpPr>
          <a:xfrm>
            <a:off x="618951" y="2942053"/>
            <a:ext cx="2376986" cy="1135119"/>
            <a:chOff x="613915" y="3356803"/>
            <a:chExt cx="2376986" cy="1135119"/>
          </a:xfrm>
        </p:grpSpPr>
        <p:sp>
          <p:nvSpPr>
            <p:cNvPr id="1662" name="Google Shape;1662;p35">
              <a:extLst>
                <a:ext uri="{FF2B5EF4-FFF2-40B4-BE49-F238E27FC236}">
                  <a16:creationId xmlns:a16="http://schemas.microsoft.com/office/drawing/2014/main" id="{3679CED1-5E26-1BF6-CEBC-0D13D41E1CE6}"/>
                </a:ext>
              </a:extLst>
            </p:cNvPr>
            <p:cNvSpPr txBox="1"/>
            <p:nvPr/>
          </p:nvSpPr>
          <p:spPr>
            <a:xfrm flipH="1">
              <a:off x="667075" y="3356803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Habilidades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663" name="Google Shape;1663;p35">
              <a:extLst>
                <a:ext uri="{FF2B5EF4-FFF2-40B4-BE49-F238E27FC236}">
                  <a16:creationId xmlns:a16="http://schemas.microsoft.com/office/drawing/2014/main" id="{8C8C1603-1F32-7593-65C6-E13C6DE4BE7A}"/>
                </a:ext>
              </a:extLst>
            </p:cNvPr>
            <p:cNvGrpSpPr/>
            <p:nvPr/>
          </p:nvGrpSpPr>
          <p:grpSpPr>
            <a:xfrm>
              <a:off x="613915" y="3871935"/>
              <a:ext cx="2376986" cy="619987"/>
              <a:chOff x="615934" y="3871935"/>
              <a:chExt cx="2376986" cy="619987"/>
            </a:xfrm>
          </p:grpSpPr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181AB8EA-096E-F5D9-10F7-475E1B7CAFA4}"/>
                  </a:ext>
                </a:extLst>
              </p:cNvPr>
              <p:cNvSpPr txBox="1"/>
              <p:nvPr/>
            </p:nvSpPr>
            <p:spPr>
              <a:xfrm>
                <a:off x="1860502" y="3871935"/>
                <a:ext cx="1132418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Empatico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AF179AA3-977F-7615-7A36-3AE491CA68C3}"/>
                  </a:ext>
                </a:extLst>
              </p:cNvPr>
              <p:cNvSpPr txBox="1"/>
              <p:nvPr/>
            </p:nvSpPr>
            <p:spPr>
              <a:xfrm>
                <a:off x="2075051" y="4237222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Diligente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B62BEAA9-F140-6DC6-D7D6-C8A1E157C713}"/>
                  </a:ext>
                </a:extLst>
              </p:cNvPr>
              <p:cNvSpPr txBox="1"/>
              <p:nvPr/>
            </p:nvSpPr>
            <p:spPr>
              <a:xfrm flipH="1">
                <a:off x="631594" y="3871935"/>
                <a:ext cx="1022044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Organizado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76E8AD86-798E-7E18-B613-9831041AD065}"/>
                  </a:ext>
                </a:extLst>
              </p:cNvPr>
              <p:cNvSpPr txBox="1"/>
              <p:nvPr/>
            </p:nvSpPr>
            <p:spPr>
              <a:xfrm flipH="1">
                <a:off x="615934" y="4229428"/>
                <a:ext cx="864807" cy="2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Enfoque</a:t>
                </a:r>
                <a:r>
                  <a:rPr lang="en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al </a:t>
                </a:r>
                <a:r>
                  <a:rPr lang="en" sz="1200" dirty="0" err="1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detalle</a:t>
                </a: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756" name="Google Shape;1756;p35">
            <a:extLst>
              <a:ext uri="{FF2B5EF4-FFF2-40B4-BE49-F238E27FC236}">
                <a16:creationId xmlns:a16="http://schemas.microsoft.com/office/drawing/2014/main" id="{9FAD2E97-CEB2-59CC-4048-C955E0F6355D}"/>
              </a:ext>
            </a:extLst>
          </p:cNvPr>
          <p:cNvSpPr/>
          <p:nvPr/>
        </p:nvSpPr>
        <p:spPr>
          <a:xfrm>
            <a:off x="6071725" y="984733"/>
            <a:ext cx="2615100" cy="376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8DCED">
                  <a:alpha val="21960"/>
                </a:srgbClr>
              </a:gs>
              <a:gs pos="100000">
                <a:srgbClr val="DF73B2">
                  <a:alpha val="35686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7" name="Google Shape;1757;p35">
            <a:extLst>
              <a:ext uri="{FF2B5EF4-FFF2-40B4-BE49-F238E27FC236}">
                <a16:creationId xmlns:a16="http://schemas.microsoft.com/office/drawing/2014/main" id="{3DFADE70-A471-0054-382C-1B661A0FBA09}"/>
              </a:ext>
            </a:extLst>
          </p:cNvPr>
          <p:cNvGrpSpPr/>
          <p:nvPr/>
        </p:nvGrpSpPr>
        <p:grpSpPr>
          <a:xfrm>
            <a:off x="6232631" y="3428203"/>
            <a:ext cx="2392090" cy="1074846"/>
            <a:chOff x="6175200" y="3428203"/>
            <a:chExt cx="2392090" cy="1074846"/>
          </a:xfrm>
        </p:grpSpPr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A2EA3FAE-F3F8-A2A3-8F1A-683BA9F80570}"/>
                </a:ext>
              </a:extLst>
            </p:cNvPr>
            <p:cNvSpPr/>
            <p:nvPr/>
          </p:nvSpPr>
          <p:spPr>
            <a:xfrm>
              <a:off x="6319727" y="3997279"/>
              <a:ext cx="65810" cy="104886"/>
            </a:xfrm>
            <a:custGeom>
              <a:avLst/>
              <a:gdLst/>
              <a:ahLst/>
              <a:cxnLst/>
              <a:rect l="l" t="t" r="r" b="b"/>
              <a:pathLst>
                <a:path w="2186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85" y="1995"/>
                    <a:pt x="2185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3AF60D55-7768-B0F5-A364-A7257BDF7209}"/>
                </a:ext>
              </a:extLst>
            </p:cNvPr>
            <p:cNvSpPr/>
            <p:nvPr/>
          </p:nvSpPr>
          <p:spPr>
            <a:xfrm flipH="1">
              <a:off x="7408939" y="3997279"/>
              <a:ext cx="64876" cy="104886"/>
            </a:xfrm>
            <a:custGeom>
              <a:avLst/>
              <a:gdLst/>
              <a:ahLst/>
              <a:cxnLst/>
              <a:rect l="l" t="t" r="r" b="b"/>
              <a:pathLst>
                <a:path w="2155" h="3484" extrusionOk="0">
                  <a:moveTo>
                    <a:pt x="1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F7F95779-A1B3-20DD-3F56-928155043557}"/>
                </a:ext>
              </a:extLst>
            </p:cNvPr>
            <p:cNvSpPr/>
            <p:nvPr/>
          </p:nvSpPr>
          <p:spPr>
            <a:xfrm>
              <a:off x="7844214" y="3997279"/>
              <a:ext cx="64846" cy="104886"/>
            </a:xfrm>
            <a:custGeom>
              <a:avLst/>
              <a:gdLst/>
              <a:ahLst/>
              <a:cxnLst/>
              <a:rect l="l" t="t" r="r" b="b"/>
              <a:pathLst>
                <a:path w="2154" h="3484" extrusionOk="0">
                  <a:moveTo>
                    <a:pt x="0" y="0"/>
                  </a:moveTo>
                  <a:lnTo>
                    <a:pt x="159" y="3484"/>
                  </a:lnTo>
                  <a:lnTo>
                    <a:pt x="1869" y="2217"/>
                  </a:lnTo>
                  <a:cubicBezTo>
                    <a:pt x="2154" y="1995"/>
                    <a:pt x="2154" y="1584"/>
                    <a:pt x="1869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DAB4D5AF-F13A-FCFE-68C1-7976E57685E1}"/>
                </a:ext>
              </a:extLst>
            </p:cNvPr>
            <p:cNvSpPr txBox="1"/>
            <p:nvPr/>
          </p:nvSpPr>
          <p:spPr>
            <a:xfrm flipH="1">
              <a:off x="6683289" y="342820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Intereses</a:t>
              </a:r>
              <a:endParaRPr sz="1200" dirty="0">
                <a:solidFill>
                  <a:srgbClr val="EB698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E4788F43-3B94-3D76-B6C6-189AEA6AF9C0}"/>
                </a:ext>
              </a:extLst>
            </p:cNvPr>
            <p:cNvSpPr txBox="1"/>
            <p:nvPr/>
          </p:nvSpPr>
          <p:spPr>
            <a:xfrm>
              <a:off x="6175200" y="4302625"/>
              <a:ext cx="69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Arte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1BA49DCD-A6B5-7963-F1D8-676E7439DD15}"/>
                </a:ext>
              </a:extLst>
            </p:cNvPr>
            <p:cNvSpPr txBox="1"/>
            <p:nvPr/>
          </p:nvSpPr>
          <p:spPr>
            <a:xfrm flipH="1">
              <a:off x="6844739" y="4302625"/>
              <a:ext cx="963463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Diseño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4180CAFD-9909-27F8-4EF4-F012A0184778}"/>
                </a:ext>
              </a:extLst>
            </p:cNvPr>
            <p:cNvSpPr txBox="1"/>
            <p:nvPr/>
          </p:nvSpPr>
          <p:spPr>
            <a:xfrm>
              <a:off x="7713790" y="4302625"/>
              <a:ext cx="853500" cy="200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latin typeface="Roboto"/>
                  <a:ea typeface="Roboto"/>
                  <a:cs typeface="Roboto"/>
                  <a:sym typeface="Roboto"/>
                </a:rPr>
                <a:t>Solidario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0223E260-FB5D-1BF7-FDC4-31E86085B2C7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8A01EA41-B1C7-4B48-6607-43EE7F710A7B}"/>
                </a:ext>
              </a:extLst>
            </p:cNvPr>
            <p:cNvSpPr/>
            <p:nvPr/>
          </p:nvSpPr>
          <p:spPr>
            <a:xfrm rot="10800000">
              <a:off x="6297688" y="3826501"/>
              <a:ext cx="448200" cy="448200"/>
            </a:xfrm>
            <a:prstGeom prst="blockArc">
              <a:avLst>
                <a:gd name="adj1" fmla="val 11656626"/>
                <a:gd name="adj2" fmla="val 8853409"/>
                <a:gd name="adj3" fmla="val 10691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86DD0E04-BC38-4E56-6307-40E2554C2CF9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EE7C129E-B6CD-096D-8D23-F4EF6F76C310}"/>
                </a:ext>
              </a:extLst>
            </p:cNvPr>
            <p:cNvSpPr/>
            <p:nvPr/>
          </p:nvSpPr>
          <p:spPr>
            <a:xfrm rot="10800000">
              <a:off x="7827438" y="3826501"/>
              <a:ext cx="448200" cy="448200"/>
            </a:xfrm>
            <a:prstGeom prst="blockArc">
              <a:avLst>
                <a:gd name="adj1" fmla="val 21466370"/>
                <a:gd name="adj2" fmla="val 21454989"/>
                <a:gd name="adj3" fmla="val 7615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2023DE89-7329-7341-FF8F-79CF4913D7C0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donut">
              <a:avLst>
                <a:gd name="adj" fmla="val 96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ADDFC000-D28B-0568-08AD-F8CDFF3DADF8}"/>
                </a:ext>
              </a:extLst>
            </p:cNvPr>
            <p:cNvSpPr/>
            <p:nvPr/>
          </p:nvSpPr>
          <p:spPr>
            <a:xfrm rot="10800000" flipH="1">
              <a:off x="7048099" y="3826501"/>
              <a:ext cx="448200" cy="448200"/>
            </a:xfrm>
            <a:prstGeom prst="blockArc">
              <a:avLst>
                <a:gd name="adj1" fmla="val 5418514"/>
                <a:gd name="adj2" fmla="val 5358042"/>
                <a:gd name="adj3" fmla="val 9102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0" name="Google Shape;1780;p35">
            <a:extLst>
              <a:ext uri="{FF2B5EF4-FFF2-40B4-BE49-F238E27FC236}">
                <a16:creationId xmlns:a16="http://schemas.microsoft.com/office/drawing/2014/main" id="{B6960C43-E3B5-E33B-8965-8750DE8712C5}"/>
              </a:ext>
            </a:extLst>
          </p:cNvPr>
          <p:cNvGrpSpPr/>
          <p:nvPr/>
        </p:nvGrpSpPr>
        <p:grpSpPr>
          <a:xfrm>
            <a:off x="6201844" y="1252894"/>
            <a:ext cx="2284588" cy="1816669"/>
            <a:chOff x="6171012" y="1252894"/>
            <a:chExt cx="2284588" cy="1816669"/>
          </a:xfrm>
        </p:grpSpPr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93F7A0B5-4AF3-5989-4D75-B05993435E3D}"/>
                </a:ext>
              </a:extLst>
            </p:cNvPr>
            <p:cNvSpPr txBox="1"/>
            <p:nvPr/>
          </p:nvSpPr>
          <p:spPr>
            <a:xfrm>
              <a:off x="6171012" y="1252894"/>
              <a:ext cx="22272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 err="1">
                  <a:solidFill>
                    <a:srgbClr val="EB698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Personalidad</a:t>
              </a:r>
              <a:endParaRPr sz="1700" dirty="0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582AB680-919D-B237-3156-089FD0CD7E83}"/>
                </a:ext>
              </a:extLst>
            </p:cNvPr>
            <p:cNvSpPr txBox="1"/>
            <p:nvPr/>
          </p:nvSpPr>
          <p:spPr>
            <a:xfrm>
              <a:off x="6309924" y="1883308"/>
              <a:ext cx="1043146" cy="17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Extrovertida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903BDEE0-DBBF-FBA8-9AC0-C1B9E2784983}"/>
                </a:ext>
              </a:extLst>
            </p:cNvPr>
            <p:cNvSpPr txBox="1"/>
            <p:nvPr/>
          </p:nvSpPr>
          <p:spPr>
            <a:xfrm>
              <a:off x="7484674" y="1900310"/>
              <a:ext cx="970926" cy="147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Introvertida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4" name="Google Shape;1784;p35">
              <a:extLst>
                <a:ext uri="{FF2B5EF4-FFF2-40B4-BE49-F238E27FC236}">
                  <a16:creationId xmlns:a16="http://schemas.microsoft.com/office/drawing/2014/main" id="{DBD1E624-B48C-9D9F-B3D9-DBC08C17BDA6}"/>
                </a:ext>
              </a:extLst>
            </p:cNvPr>
            <p:cNvGrpSpPr/>
            <p:nvPr/>
          </p:nvGrpSpPr>
          <p:grpSpPr>
            <a:xfrm>
              <a:off x="6354785" y="1795304"/>
              <a:ext cx="2002637" cy="45713"/>
              <a:chOff x="3530150" y="2790075"/>
              <a:chExt cx="1962600" cy="225300"/>
            </a:xfrm>
          </p:grpSpPr>
          <p:sp>
            <p:nvSpPr>
              <p:cNvPr id="1785" name="Google Shape;1785;p35">
                <a:extLst>
                  <a:ext uri="{FF2B5EF4-FFF2-40B4-BE49-F238E27FC236}">
                    <a16:creationId xmlns:a16="http://schemas.microsoft.com/office/drawing/2014/main" id="{DDC5164D-3FC9-5CC7-6285-43635BC20C29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>
                <a:extLst>
                  <a:ext uri="{FF2B5EF4-FFF2-40B4-BE49-F238E27FC236}">
                    <a16:creationId xmlns:a16="http://schemas.microsoft.com/office/drawing/2014/main" id="{BDD15993-1706-A1D5-4C11-293983DF13E1}"/>
                  </a:ext>
                </a:extLst>
              </p:cNvPr>
              <p:cNvSpPr/>
              <p:nvPr/>
            </p:nvSpPr>
            <p:spPr>
              <a:xfrm>
                <a:off x="3565105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C33AF84F-DA1D-8445-782A-B652C860E931}"/>
                </a:ext>
              </a:extLst>
            </p:cNvPr>
            <p:cNvSpPr txBox="1"/>
            <p:nvPr/>
          </p:nvSpPr>
          <p:spPr>
            <a:xfrm>
              <a:off x="6250099" y="2418781"/>
              <a:ext cx="961397" cy="17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Pensadora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6F49482F-B8D0-4A99-8C24-6D35E7148866}"/>
                </a:ext>
              </a:extLst>
            </p:cNvPr>
            <p:cNvSpPr txBox="1"/>
            <p:nvPr/>
          </p:nvSpPr>
          <p:spPr>
            <a:xfrm>
              <a:off x="7602100" y="2418781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Sensorial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89" name="Google Shape;1789;p35">
              <a:extLst>
                <a:ext uri="{FF2B5EF4-FFF2-40B4-BE49-F238E27FC236}">
                  <a16:creationId xmlns:a16="http://schemas.microsoft.com/office/drawing/2014/main" id="{8210AD1C-7B9C-3D04-99CA-40CD16ABDE42}"/>
                </a:ext>
              </a:extLst>
            </p:cNvPr>
            <p:cNvGrpSpPr/>
            <p:nvPr/>
          </p:nvGrpSpPr>
          <p:grpSpPr>
            <a:xfrm>
              <a:off x="6354785" y="2282722"/>
              <a:ext cx="2002637" cy="45713"/>
              <a:chOff x="3530150" y="2790075"/>
              <a:chExt cx="1962600" cy="225300"/>
            </a:xfrm>
          </p:grpSpPr>
          <p:sp>
            <p:nvSpPr>
              <p:cNvPr id="1790" name="Google Shape;1790;p35">
                <a:extLst>
                  <a:ext uri="{FF2B5EF4-FFF2-40B4-BE49-F238E27FC236}">
                    <a16:creationId xmlns:a16="http://schemas.microsoft.com/office/drawing/2014/main" id="{8B268CDD-B44E-5E27-37B3-4673B5269750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>
                <a:extLst>
                  <a:ext uri="{FF2B5EF4-FFF2-40B4-BE49-F238E27FC236}">
                    <a16:creationId xmlns:a16="http://schemas.microsoft.com/office/drawing/2014/main" id="{D6C527E8-50E4-DA02-BA89-4EF704F861C2}"/>
                  </a:ext>
                </a:extLst>
              </p:cNvPr>
              <p:cNvSpPr/>
              <p:nvPr/>
            </p:nvSpPr>
            <p:spPr>
              <a:xfrm>
                <a:off x="5092934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D4DE7401-725A-2AF4-F0AC-C8E87CED72D6}"/>
                </a:ext>
              </a:extLst>
            </p:cNvPr>
            <p:cNvSpPr txBox="1"/>
            <p:nvPr/>
          </p:nvSpPr>
          <p:spPr>
            <a:xfrm>
              <a:off x="6250100" y="2897063"/>
              <a:ext cx="85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Juicio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977EC48A-61BA-FAE0-DA73-94A4AF18982C}"/>
                </a:ext>
              </a:extLst>
            </p:cNvPr>
            <p:cNvSpPr txBox="1"/>
            <p:nvPr/>
          </p:nvSpPr>
          <p:spPr>
            <a:xfrm>
              <a:off x="7428976" y="2897063"/>
              <a:ext cx="1026624" cy="1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err="1">
                  <a:latin typeface="Roboto"/>
                  <a:ea typeface="Roboto"/>
                  <a:cs typeface="Roboto"/>
                  <a:sym typeface="Roboto"/>
                </a:rPr>
                <a:t>Percceptiva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4" name="Google Shape;1794;p35">
              <a:extLst>
                <a:ext uri="{FF2B5EF4-FFF2-40B4-BE49-F238E27FC236}">
                  <a16:creationId xmlns:a16="http://schemas.microsoft.com/office/drawing/2014/main" id="{0D69D72A-CA38-C121-6496-AE78B522E816}"/>
                </a:ext>
              </a:extLst>
            </p:cNvPr>
            <p:cNvGrpSpPr/>
            <p:nvPr/>
          </p:nvGrpSpPr>
          <p:grpSpPr>
            <a:xfrm>
              <a:off x="6351810" y="2765591"/>
              <a:ext cx="2002637" cy="45713"/>
              <a:chOff x="3530150" y="2790075"/>
              <a:chExt cx="1962600" cy="225300"/>
            </a:xfrm>
          </p:grpSpPr>
          <p:sp>
            <p:nvSpPr>
              <p:cNvPr id="1795" name="Google Shape;1795;p35">
                <a:extLst>
                  <a:ext uri="{FF2B5EF4-FFF2-40B4-BE49-F238E27FC236}">
                    <a16:creationId xmlns:a16="http://schemas.microsoft.com/office/drawing/2014/main" id="{053BBBF3-1796-3724-E65C-A601C57CCF56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EEA4C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>
                <a:extLst>
                  <a:ext uri="{FF2B5EF4-FFF2-40B4-BE49-F238E27FC236}">
                    <a16:creationId xmlns:a16="http://schemas.microsoft.com/office/drawing/2014/main" id="{4A66E98E-C1C0-05C2-0F41-70FBE0BF406F}"/>
                  </a:ext>
                </a:extLst>
              </p:cNvPr>
              <p:cNvSpPr/>
              <p:nvPr/>
            </p:nvSpPr>
            <p:spPr>
              <a:xfrm>
                <a:off x="5148329" y="2794432"/>
                <a:ext cx="297900" cy="216902"/>
              </a:xfrm>
              <a:prstGeom prst="rect">
                <a:avLst/>
              </a:prstGeom>
              <a:solidFill>
                <a:srgbClr val="EB69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1654;p35">
            <a:extLst>
              <a:ext uri="{FF2B5EF4-FFF2-40B4-BE49-F238E27FC236}">
                <a16:creationId xmlns:a16="http://schemas.microsoft.com/office/drawing/2014/main" id="{C1BA5BBE-D26E-BA27-33FC-9CD9B23DCA44}"/>
              </a:ext>
            </a:extLst>
          </p:cNvPr>
          <p:cNvSpPr txBox="1"/>
          <p:nvPr/>
        </p:nvSpPr>
        <p:spPr>
          <a:xfrm>
            <a:off x="560340" y="2476774"/>
            <a:ext cx="9528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rgbClr val="EB698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Ubicación</a:t>
            </a:r>
            <a:endParaRPr sz="1600" dirty="0">
              <a:solidFill>
                <a:srgbClr val="EB698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659;p35">
            <a:extLst>
              <a:ext uri="{FF2B5EF4-FFF2-40B4-BE49-F238E27FC236}">
                <a16:creationId xmlns:a16="http://schemas.microsoft.com/office/drawing/2014/main" id="{951CFEE7-64B9-4D9B-AE91-D3EB2FE21A7E}"/>
              </a:ext>
            </a:extLst>
          </p:cNvPr>
          <p:cNvSpPr txBox="1"/>
          <p:nvPr/>
        </p:nvSpPr>
        <p:spPr>
          <a:xfrm>
            <a:off x="1519466" y="2428945"/>
            <a:ext cx="1606169" cy="3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Palmira, Valle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BBDCC6-D9CD-2B87-8FB9-B90A3A414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9286" y="1570319"/>
            <a:ext cx="2723894" cy="21185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03858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llustrated Gradients Buyer Persona Infographics">
  <a:themeElements>
    <a:clrScheme name="Simple Light">
      <a:dk1>
        <a:srgbClr val="000000"/>
      </a:dk1>
      <a:lt1>
        <a:srgbClr val="FFFFFF"/>
      </a:lt1>
      <a:dk2>
        <a:srgbClr val="7CD4BF"/>
      </a:dk2>
      <a:lt2>
        <a:srgbClr val="CFCFCF"/>
      </a:lt2>
      <a:accent1>
        <a:srgbClr val="7E7E7E"/>
      </a:accent1>
      <a:accent2>
        <a:srgbClr val="FFC27B"/>
      </a:accent2>
      <a:accent3>
        <a:srgbClr val="EEA4CF"/>
      </a:accent3>
      <a:accent4>
        <a:srgbClr val="EB6984"/>
      </a:accent4>
      <a:accent5>
        <a:srgbClr val="B1A9EB"/>
      </a:accent5>
      <a:accent6>
        <a:srgbClr val="6171C2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942</Words>
  <Application>Microsoft Macintosh PowerPoint</Application>
  <PresentationFormat>Presentación en pantalla (16:9)</PresentationFormat>
  <Paragraphs>252</Paragraphs>
  <Slides>16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 Narrow</vt:lpstr>
      <vt:lpstr>Calibri</vt:lpstr>
      <vt:lpstr>Fira Sans Medium</vt:lpstr>
      <vt:lpstr>Roboto</vt:lpstr>
      <vt:lpstr>Fira Sans Extra Condensed Medium</vt:lpstr>
      <vt:lpstr>Aptos Narrow</vt:lpstr>
      <vt:lpstr>Arial</vt:lpstr>
      <vt:lpstr>Illustrated Gradients Buyer Persona Infographics</vt:lpstr>
      <vt:lpstr>Primer segmento de mercado</vt:lpstr>
      <vt:lpstr>Segundo segmento de mercado</vt:lpstr>
      <vt:lpstr>Tercer segmento de mercado</vt:lpstr>
      <vt:lpstr>Cuarto segmento de mercado</vt:lpstr>
      <vt:lpstr>Quinto segmento de mercado</vt:lpstr>
      <vt:lpstr>Sexto segmento de mercado</vt:lpstr>
      <vt:lpstr>Octavo segmento de mercado</vt:lpstr>
      <vt:lpstr>Noveno segmento de mercado</vt:lpstr>
      <vt:lpstr>María emprendedora</vt:lpstr>
      <vt:lpstr>Ana decoradora</vt:lpstr>
      <vt:lpstr>Elena, la Creadora de Santuarios</vt:lpstr>
      <vt:lpstr>Dr Alexis Vitalis</vt:lpstr>
      <vt:lpstr>Carolina corporativa</vt:lpstr>
      <vt:lpstr>Aniversario de casados</vt:lpstr>
      <vt:lpstr>Comunidades religiosas</vt:lpstr>
      <vt:lpstr>Ángel luzterna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Illustrated Gradients Buyer Persona Infographics</dc:title>
  <dc:creator>Greicy Figueroa</dc:creator>
  <cp:lastModifiedBy>Gerardo Mayor</cp:lastModifiedBy>
  <cp:revision>22</cp:revision>
  <dcterms:modified xsi:type="dcterms:W3CDTF">2025-09-05T00:28:28Z</dcterms:modified>
</cp:coreProperties>
</file>